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74" r:id="rId2"/>
    <p:sldId id="527" r:id="rId3"/>
    <p:sldId id="550" r:id="rId4"/>
    <p:sldId id="549" r:id="rId5"/>
    <p:sldId id="551" r:id="rId6"/>
    <p:sldId id="558" r:id="rId7"/>
    <p:sldId id="563" r:id="rId8"/>
    <p:sldId id="553" r:id="rId9"/>
    <p:sldId id="552" r:id="rId10"/>
    <p:sldId id="554" r:id="rId11"/>
    <p:sldId id="555" r:id="rId12"/>
    <p:sldId id="556" r:id="rId13"/>
    <p:sldId id="560" r:id="rId14"/>
    <p:sldId id="557" r:id="rId15"/>
    <p:sldId id="564" r:id="rId16"/>
    <p:sldId id="565" r:id="rId17"/>
    <p:sldId id="566" r:id="rId18"/>
    <p:sldId id="567" r:id="rId19"/>
    <p:sldId id="568" r:id="rId20"/>
    <p:sldId id="569" r:id="rId21"/>
    <p:sldId id="562" r:id="rId22"/>
    <p:sldId id="561" r:id="rId23"/>
  </p:sldIdLst>
  <p:sldSz cx="12192000" cy="6858000"/>
  <p:notesSz cx="6858000" cy="9144000"/>
  <p:embeddedFontLst>
    <p:embeddedFont>
      <p:font typeface="Proxima Nova Rg" panose="02000506030000020004" pitchFamily="2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17E"/>
    <a:srgbClr val="323232"/>
    <a:srgbClr val="292929"/>
    <a:srgbClr val="B806B0"/>
    <a:srgbClr val="000003"/>
    <a:srgbClr val="05070C"/>
    <a:srgbClr val="1A5632"/>
    <a:srgbClr val="006241"/>
    <a:srgbClr val="FFE6AA"/>
    <a:srgbClr val="EAF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F2387-417E-E741-8365-B8A698F68EAC}" v="94" dt="2026-02-18T17:20:55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38"/>
    <p:restoredTop sz="94684"/>
  </p:normalViewPr>
  <p:slideViewPr>
    <p:cSldViewPr snapToGrid="0">
      <p:cViewPr varScale="1">
        <p:scale>
          <a:sx n="122" d="100"/>
          <a:sy n="122" d="100"/>
        </p:scale>
        <p:origin x="248" y="200"/>
      </p:cViewPr>
      <p:guideLst/>
    </p:cSldViewPr>
  </p:slideViewPr>
  <p:notesTextViewPr>
    <p:cViewPr>
      <p:scale>
        <a:sx n="65" d="100"/>
        <a:sy n="6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gherabadi, Arash" userId="db010379-4e96-4120-a6ea-c271978f8950" providerId="ADAL" clId="{29FE4DE5-1784-5BD0-9270-E96CA531BE2A}"/>
    <pc:docChg chg="undo redo custSel addSld delSld modSld sldOrd modMainMaster">
      <pc:chgData name="Bagherabadi, Arash" userId="db010379-4e96-4120-a6ea-c271978f8950" providerId="ADAL" clId="{29FE4DE5-1784-5BD0-9270-E96CA531BE2A}" dt="2026-02-18T17:21:15.321" v="8935" actId="14100"/>
      <pc:docMkLst>
        <pc:docMk/>
      </pc:docMkLst>
      <pc:sldChg chg="addSp delSp modSp add del ord">
        <pc:chgData name="Bagherabadi, Arash" userId="db010379-4e96-4120-a6ea-c271978f8950" providerId="ADAL" clId="{29FE4DE5-1784-5BD0-9270-E96CA531BE2A}" dt="2025-11-24T14:24:01.966" v="5667" actId="2696"/>
        <pc:sldMkLst>
          <pc:docMk/>
          <pc:sldMk cId="1964721320" sldId="256"/>
        </pc:sldMkLst>
      </pc:sldChg>
      <pc:sldChg chg="modSp del mod">
        <pc:chgData name="Bagherabadi, Arash" userId="db010379-4e96-4120-a6ea-c271978f8950" providerId="ADAL" clId="{29FE4DE5-1784-5BD0-9270-E96CA531BE2A}" dt="2025-09-22T19:39:31.285" v="194" actId="2696"/>
        <pc:sldMkLst>
          <pc:docMk/>
          <pc:sldMk cId="3748153116" sldId="257"/>
        </pc:sldMkLst>
      </pc:sldChg>
      <pc:sldChg chg="del">
        <pc:chgData name="Bagherabadi, Arash" userId="db010379-4e96-4120-a6ea-c271978f8950" providerId="ADAL" clId="{29FE4DE5-1784-5BD0-9270-E96CA531BE2A}" dt="2025-09-22T19:34:20.070" v="176" actId="2696"/>
        <pc:sldMkLst>
          <pc:docMk/>
          <pc:sldMk cId="1296732600" sldId="266"/>
        </pc:sldMkLst>
      </pc:sldChg>
      <pc:sldChg chg="del">
        <pc:chgData name="Bagherabadi, Arash" userId="db010379-4e96-4120-a6ea-c271978f8950" providerId="ADAL" clId="{29FE4DE5-1784-5BD0-9270-E96CA531BE2A}" dt="2025-09-22T19:34:20.035" v="146" actId="2696"/>
        <pc:sldMkLst>
          <pc:docMk/>
          <pc:sldMk cId="341851158" sldId="268"/>
        </pc:sldMkLst>
      </pc:sldChg>
      <pc:sldChg chg="del">
        <pc:chgData name="Bagherabadi, Arash" userId="db010379-4e96-4120-a6ea-c271978f8950" providerId="ADAL" clId="{29FE4DE5-1784-5BD0-9270-E96CA531BE2A}" dt="2025-09-22T19:34:20.040" v="151" actId="2696"/>
        <pc:sldMkLst>
          <pc:docMk/>
          <pc:sldMk cId="1870969218" sldId="276"/>
        </pc:sldMkLst>
      </pc:sldChg>
      <pc:sldChg chg="modSp del mod">
        <pc:chgData name="Bagherabadi, Arash" userId="db010379-4e96-4120-a6ea-c271978f8950" providerId="ADAL" clId="{29FE4DE5-1784-5BD0-9270-E96CA531BE2A}" dt="2025-09-22T19:34:54.615" v="181" actId="2696"/>
        <pc:sldMkLst>
          <pc:docMk/>
          <pc:sldMk cId="2329733837" sldId="308"/>
        </pc:sldMkLst>
      </pc:sldChg>
      <pc:sldChg chg="addSp delSp modSp del mod">
        <pc:chgData name="Bagherabadi, Arash" userId="db010379-4e96-4120-a6ea-c271978f8950" providerId="ADAL" clId="{29FE4DE5-1784-5BD0-9270-E96CA531BE2A}" dt="2025-09-22T19:51:35.908" v="286" actId="2696"/>
        <pc:sldMkLst>
          <pc:docMk/>
          <pc:sldMk cId="1223662604" sldId="321"/>
        </pc:sldMkLst>
      </pc:sldChg>
      <pc:sldChg chg="del">
        <pc:chgData name="Bagherabadi, Arash" userId="db010379-4e96-4120-a6ea-c271978f8950" providerId="ADAL" clId="{29FE4DE5-1784-5BD0-9270-E96CA531BE2A}" dt="2025-09-22T19:34:11.033" v="118" actId="2696"/>
        <pc:sldMkLst>
          <pc:docMk/>
          <pc:sldMk cId="1664160704" sldId="335"/>
        </pc:sldMkLst>
      </pc:sldChg>
      <pc:sldChg chg="del">
        <pc:chgData name="Bagherabadi, Arash" userId="db010379-4e96-4120-a6ea-c271978f8950" providerId="ADAL" clId="{29FE4DE5-1784-5BD0-9270-E96CA531BE2A}" dt="2025-09-22T19:34:08.291" v="114" actId="2696"/>
        <pc:sldMkLst>
          <pc:docMk/>
          <pc:sldMk cId="1009338847" sldId="340"/>
        </pc:sldMkLst>
      </pc:sldChg>
      <pc:sldChg chg="del">
        <pc:chgData name="Bagherabadi, Arash" userId="db010379-4e96-4120-a6ea-c271978f8950" providerId="ADAL" clId="{29FE4DE5-1784-5BD0-9270-E96CA531BE2A}" dt="2025-09-22T19:34:08.287" v="112" actId="2696"/>
        <pc:sldMkLst>
          <pc:docMk/>
          <pc:sldMk cId="984673876" sldId="341"/>
        </pc:sldMkLst>
      </pc:sldChg>
      <pc:sldChg chg="del">
        <pc:chgData name="Bagherabadi, Arash" userId="db010379-4e96-4120-a6ea-c271978f8950" providerId="ADAL" clId="{29FE4DE5-1784-5BD0-9270-E96CA531BE2A}" dt="2025-09-22T19:34:11.050" v="122" actId="2696"/>
        <pc:sldMkLst>
          <pc:docMk/>
          <pc:sldMk cId="1484766643" sldId="343"/>
        </pc:sldMkLst>
      </pc:sldChg>
      <pc:sldChg chg="del">
        <pc:chgData name="Bagherabadi, Arash" userId="db010379-4e96-4120-a6ea-c271978f8950" providerId="ADAL" clId="{29FE4DE5-1784-5BD0-9270-E96CA531BE2A}" dt="2025-09-22T19:34:11.036" v="119" actId="2696"/>
        <pc:sldMkLst>
          <pc:docMk/>
          <pc:sldMk cId="712990761" sldId="344"/>
        </pc:sldMkLst>
      </pc:sldChg>
      <pc:sldChg chg="del">
        <pc:chgData name="Bagherabadi, Arash" userId="db010379-4e96-4120-a6ea-c271978f8950" providerId="ADAL" clId="{29FE4DE5-1784-5BD0-9270-E96CA531BE2A}" dt="2025-09-22T19:34:11.038" v="120" actId="2696"/>
        <pc:sldMkLst>
          <pc:docMk/>
          <pc:sldMk cId="206141821" sldId="345"/>
        </pc:sldMkLst>
      </pc:sldChg>
      <pc:sldChg chg="del">
        <pc:chgData name="Bagherabadi, Arash" userId="db010379-4e96-4120-a6ea-c271978f8950" providerId="ADAL" clId="{29FE4DE5-1784-5BD0-9270-E96CA531BE2A}" dt="2025-09-22T19:34:19.986" v="123" actId="2696"/>
        <pc:sldMkLst>
          <pc:docMk/>
          <pc:sldMk cId="2035566862" sldId="346"/>
        </pc:sldMkLst>
      </pc:sldChg>
      <pc:sldChg chg="del">
        <pc:chgData name="Bagherabadi, Arash" userId="db010379-4e96-4120-a6ea-c271978f8950" providerId="ADAL" clId="{29FE4DE5-1784-5BD0-9270-E96CA531BE2A}" dt="2025-09-22T19:34:20.047" v="158" actId="2696"/>
        <pc:sldMkLst>
          <pc:docMk/>
          <pc:sldMk cId="1312204288" sldId="349"/>
        </pc:sldMkLst>
      </pc:sldChg>
      <pc:sldChg chg="del">
        <pc:chgData name="Bagherabadi, Arash" userId="db010379-4e96-4120-a6ea-c271978f8950" providerId="ADAL" clId="{29FE4DE5-1784-5BD0-9270-E96CA531BE2A}" dt="2025-09-22T19:34:20.034" v="145" actId="2696"/>
        <pc:sldMkLst>
          <pc:docMk/>
          <pc:sldMk cId="35845370" sldId="351"/>
        </pc:sldMkLst>
      </pc:sldChg>
      <pc:sldChg chg="del">
        <pc:chgData name="Bagherabadi, Arash" userId="db010379-4e96-4120-a6ea-c271978f8950" providerId="ADAL" clId="{29FE4DE5-1784-5BD0-9270-E96CA531BE2A}" dt="2025-09-22T19:34:20.046" v="156" actId="2696"/>
        <pc:sldMkLst>
          <pc:docMk/>
          <pc:sldMk cId="1590874119" sldId="353"/>
        </pc:sldMkLst>
      </pc:sldChg>
      <pc:sldChg chg="del">
        <pc:chgData name="Bagherabadi, Arash" userId="db010379-4e96-4120-a6ea-c271978f8950" providerId="ADAL" clId="{29FE4DE5-1784-5BD0-9270-E96CA531BE2A}" dt="2025-09-22T19:34:20.019" v="137" actId="2696"/>
        <pc:sldMkLst>
          <pc:docMk/>
          <pc:sldMk cId="1649912883" sldId="354"/>
        </pc:sldMkLst>
      </pc:sldChg>
      <pc:sldChg chg="del">
        <pc:chgData name="Bagherabadi, Arash" userId="db010379-4e96-4120-a6ea-c271978f8950" providerId="ADAL" clId="{29FE4DE5-1784-5BD0-9270-E96CA531BE2A}" dt="2025-09-22T19:34:20.013" v="133" actId="2696"/>
        <pc:sldMkLst>
          <pc:docMk/>
          <pc:sldMk cId="1776974517" sldId="355"/>
        </pc:sldMkLst>
      </pc:sldChg>
      <pc:sldChg chg="del">
        <pc:chgData name="Bagherabadi, Arash" userId="db010379-4e96-4120-a6ea-c271978f8950" providerId="ADAL" clId="{29FE4DE5-1784-5BD0-9270-E96CA531BE2A}" dt="2025-09-22T19:34:20.028" v="141" actId="2696"/>
        <pc:sldMkLst>
          <pc:docMk/>
          <pc:sldMk cId="555628390" sldId="356"/>
        </pc:sldMkLst>
      </pc:sldChg>
      <pc:sldChg chg="del">
        <pc:chgData name="Bagherabadi, Arash" userId="db010379-4e96-4120-a6ea-c271978f8950" providerId="ADAL" clId="{29FE4DE5-1784-5BD0-9270-E96CA531BE2A}" dt="2025-09-22T19:34:19.998" v="125" actId="2696"/>
        <pc:sldMkLst>
          <pc:docMk/>
          <pc:sldMk cId="1187453574" sldId="357"/>
        </pc:sldMkLst>
      </pc:sldChg>
      <pc:sldChg chg="del">
        <pc:chgData name="Bagherabadi, Arash" userId="db010379-4e96-4120-a6ea-c271978f8950" providerId="ADAL" clId="{29FE4DE5-1784-5BD0-9270-E96CA531BE2A}" dt="2025-09-22T19:34:20.063" v="168" actId="2696"/>
        <pc:sldMkLst>
          <pc:docMk/>
          <pc:sldMk cId="966686647" sldId="358"/>
        </pc:sldMkLst>
      </pc:sldChg>
      <pc:sldChg chg="del">
        <pc:chgData name="Bagherabadi, Arash" userId="db010379-4e96-4120-a6ea-c271978f8950" providerId="ADAL" clId="{29FE4DE5-1784-5BD0-9270-E96CA531BE2A}" dt="2025-09-22T19:34:20.058" v="162" actId="2696"/>
        <pc:sldMkLst>
          <pc:docMk/>
          <pc:sldMk cId="1388686574" sldId="359"/>
        </pc:sldMkLst>
      </pc:sldChg>
      <pc:sldChg chg="del">
        <pc:chgData name="Bagherabadi, Arash" userId="db010379-4e96-4120-a6ea-c271978f8950" providerId="ADAL" clId="{29FE4DE5-1784-5BD0-9270-E96CA531BE2A}" dt="2025-09-22T19:34:20.044" v="155" actId="2696"/>
        <pc:sldMkLst>
          <pc:docMk/>
          <pc:sldMk cId="802973622" sldId="360"/>
        </pc:sldMkLst>
      </pc:sldChg>
      <pc:sldChg chg="del">
        <pc:chgData name="Bagherabadi, Arash" userId="db010379-4e96-4120-a6ea-c271978f8950" providerId="ADAL" clId="{29FE4DE5-1784-5BD0-9270-E96CA531BE2A}" dt="2025-09-22T19:34:20.025" v="139" actId="2696"/>
        <pc:sldMkLst>
          <pc:docMk/>
          <pc:sldMk cId="790427206" sldId="361"/>
        </pc:sldMkLst>
      </pc:sldChg>
      <pc:sldChg chg="del">
        <pc:chgData name="Bagherabadi, Arash" userId="db010379-4e96-4120-a6ea-c271978f8950" providerId="ADAL" clId="{29FE4DE5-1784-5BD0-9270-E96CA531BE2A}" dt="2025-09-22T19:34:20.017" v="136" actId="2696"/>
        <pc:sldMkLst>
          <pc:docMk/>
          <pc:sldMk cId="376210900" sldId="362"/>
        </pc:sldMkLst>
      </pc:sldChg>
      <pc:sldChg chg="del">
        <pc:chgData name="Bagherabadi, Arash" userId="db010379-4e96-4120-a6ea-c271978f8950" providerId="ADAL" clId="{29FE4DE5-1784-5BD0-9270-E96CA531BE2A}" dt="2025-09-22T19:34:20.023" v="138" actId="2696"/>
        <pc:sldMkLst>
          <pc:docMk/>
          <pc:sldMk cId="784739532" sldId="363"/>
        </pc:sldMkLst>
      </pc:sldChg>
      <pc:sldChg chg="del">
        <pc:chgData name="Bagherabadi, Arash" userId="db010379-4e96-4120-a6ea-c271978f8950" providerId="ADAL" clId="{29FE4DE5-1784-5BD0-9270-E96CA531BE2A}" dt="2025-09-22T19:34:20.033" v="144" actId="2696"/>
        <pc:sldMkLst>
          <pc:docMk/>
          <pc:sldMk cId="1420238097" sldId="364"/>
        </pc:sldMkLst>
      </pc:sldChg>
      <pc:sldChg chg="del">
        <pc:chgData name="Bagherabadi, Arash" userId="db010379-4e96-4120-a6ea-c271978f8950" providerId="ADAL" clId="{29FE4DE5-1784-5BD0-9270-E96CA531BE2A}" dt="2025-09-22T19:34:20.038" v="148" actId="2696"/>
        <pc:sldMkLst>
          <pc:docMk/>
          <pc:sldMk cId="660959874" sldId="365"/>
        </pc:sldMkLst>
      </pc:sldChg>
      <pc:sldChg chg="del">
        <pc:chgData name="Bagherabadi, Arash" userId="db010379-4e96-4120-a6ea-c271978f8950" providerId="ADAL" clId="{29FE4DE5-1784-5BD0-9270-E96CA531BE2A}" dt="2025-09-22T19:34:19.995" v="124" actId="2696"/>
        <pc:sldMkLst>
          <pc:docMk/>
          <pc:sldMk cId="1967180034" sldId="366"/>
        </pc:sldMkLst>
      </pc:sldChg>
      <pc:sldChg chg="del">
        <pc:chgData name="Bagherabadi, Arash" userId="db010379-4e96-4120-a6ea-c271978f8950" providerId="ADAL" clId="{29FE4DE5-1784-5BD0-9270-E96CA531BE2A}" dt="2025-09-22T19:34:20.029" v="142" actId="2696"/>
        <pc:sldMkLst>
          <pc:docMk/>
          <pc:sldMk cId="238962218" sldId="370"/>
        </pc:sldMkLst>
      </pc:sldChg>
      <pc:sldChg chg="del">
        <pc:chgData name="Bagherabadi, Arash" userId="db010379-4e96-4120-a6ea-c271978f8950" providerId="ADAL" clId="{29FE4DE5-1784-5BD0-9270-E96CA531BE2A}" dt="2025-09-22T19:34:20.068" v="173" actId="2696"/>
        <pc:sldMkLst>
          <pc:docMk/>
          <pc:sldMk cId="443578036" sldId="371"/>
        </pc:sldMkLst>
      </pc:sldChg>
      <pc:sldChg chg="del">
        <pc:chgData name="Bagherabadi, Arash" userId="db010379-4e96-4120-a6ea-c271978f8950" providerId="ADAL" clId="{29FE4DE5-1784-5BD0-9270-E96CA531BE2A}" dt="2025-09-22T19:34:20.041" v="152" actId="2696"/>
        <pc:sldMkLst>
          <pc:docMk/>
          <pc:sldMk cId="1300312315" sldId="372"/>
        </pc:sldMkLst>
      </pc:sldChg>
      <pc:sldChg chg="del">
        <pc:chgData name="Bagherabadi, Arash" userId="db010379-4e96-4120-a6ea-c271978f8950" providerId="ADAL" clId="{29FE4DE5-1784-5BD0-9270-E96CA531BE2A}" dt="2025-09-22T19:34:08.294" v="115" actId="2696"/>
        <pc:sldMkLst>
          <pc:docMk/>
          <pc:sldMk cId="1555486333" sldId="373"/>
        </pc:sldMkLst>
      </pc:sldChg>
      <pc:sldChg chg="del">
        <pc:chgData name="Bagherabadi, Arash" userId="db010379-4e96-4120-a6ea-c271978f8950" providerId="ADAL" clId="{29FE4DE5-1784-5BD0-9270-E96CA531BE2A}" dt="2025-09-22T19:34:20.046" v="157" actId="2696"/>
        <pc:sldMkLst>
          <pc:docMk/>
          <pc:sldMk cId="998140758" sldId="378"/>
        </pc:sldMkLst>
      </pc:sldChg>
      <pc:sldChg chg="del">
        <pc:chgData name="Bagherabadi, Arash" userId="db010379-4e96-4120-a6ea-c271978f8950" providerId="ADAL" clId="{29FE4DE5-1784-5BD0-9270-E96CA531BE2A}" dt="2025-09-22T19:34:20.004" v="128" actId="2696"/>
        <pc:sldMkLst>
          <pc:docMk/>
          <pc:sldMk cId="1756952989" sldId="379"/>
        </pc:sldMkLst>
      </pc:sldChg>
      <pc:sldChg chg="del">
        <pc:chgData name="Bagherabadi, Arash" userId="db010379-4e96-4120-a6ea-c271978f8950" providerId="ADAL" clId="{29FE4DE5-1784-5BD0-9270-E96CA531BE2A}" dt="2025-09-22T19:34:20.064" v="169" actId="2696"/>
        <pc:sldMkLst>
          <pc:docMk/>
          <pc:sldMk cId="1208739873" sldId="380"/>
        </pc:sldMkLst>
      </pc:sldChg>
      <pc:sldChg chg="del">
        <pc:chgData name="Bagherabadi, Arash" userId="db010379-4e96-4120-a6ea-c271978f8950" providerId="ADAL" clId="{29FE4DE5-1784-5BD0-9270-E96CA531BE2A}" dt="2025-09-22T19:34:20.039" v="150" actId="2696"/>
        <pc:sldMkLst>
          <pc:docMk/>
          <pc:sldMk cId="95744891" sldId="381"/>
        </pc:sldMkLst>
      </pc:sldChg>
      <pc:sldChg chg="del">
        <pc:chgData name="Bagherabadi, Arash" userId="db010379-4e96-4120-a6ea-c271978f8950" providerId="ADAL" clId="{29FE4DE5-1784-5BD0-9270-E96CA531BE2A}" dt="2025-09-22T19:34:20.059" v="163" actId="2696"/>
        <pc:sldMkLst>
          <pc:docMk/>
          <pc:sldMk cId="719131434" sldId="382"/>
        </pc:sldMkLst>
      </pc:sldChg>
      <pc:sldChg chg="del">
        <pc:chgData name="Bagherabadi, Arash" userId="db010379-4e96-4120-a6ea-c271978f8950" providerId="ADAL" clId="{29FE4DE5-1784-5BD0-9270-E96CA531BE2A}" dt="2025-09-22T19:34:20.065" v="171" actId="2696"/>
        <pc:sldMkLst>
          <pc:docMk/>
          <pc:sldMk cId="404045922" sldId="383"/>
        </pc:sldMkLst>
      </pc:sldChg>
      <pc:sldChg chg="del">
        <pc:chgData name="Bagherabadi, Arash" userId="db010379-4e96-4120-a6ea-c271978f8950" providerId="ADAL" clId="{29FE4DE5-1784-5BD0-9270-E96CA531BE2A}" dt="2025-09-22T19:34:20.049" v="160" actId="2696"/>
        <pc:sldMkLst>
          <pc:docMk/>
          <pc:sldMk cId="1681773060" sldId="388"/>
        </pc:sldMkLst>
      </pc:sldChg>
      <pc:sldChg chg="del">
        <pc:chgData name="Bagherabadi, Arash" userId="db010379-4e96-4120-a6ea-c271978f8950" providerId="ADAL" clId="{29FE4DE5-1784-5BD0-9270-E96CA531BE2A}" dt="2025-09-22T19:34:20.068" v="174" actId="2696"/>
        <pc:sldMkLst>
          <pc:docMk/>
          <pc:sldMk cId="380057606" sldId="389"/>
        </pc:sldMkLst>
      </pc:sldChg>
      <pc:sldChg chg="del">
        <pc:chgData name="Bagherabadi, Arash" userId="db010379-4e96-4120-a6ea-c271978f8950" providerId="ADAL" clId="{29FE4DE5-1784-5BD0-9270-E96CA531BE2A}" dt="2025-09-22T19:34:20.042" v="153" actId="2696"/>
        <pc:sldMkLst>
          <pc:docMk/>
          <pc:sldMk cId="1847323302" sldId="391"/>
        </pc:sldMkLst>
      </pc:sldChg>
      <pc:sldChg chg="del">
        <pc:chgData name="Bagherabadi, Arash" userId="db010379-4e96-4120-a6ea-c271978f8950" providerId="ADAL" clId="{29FE4DE5-1784-5BD0-9270-E96CA531BE2A}" dt="2025-09-22T19:34:20.015" v="135" actId="2696"/>
        <pc:sldMkLst>
          <pc:docMk/>
          <pc:sldMk cId="1791652035" sldId="392"/>
        </pc:sldMkLst>
      </pc:sldChg>
      <pc:sldChg chg="del">
        <pc:chgData name="Bagherabadi, Arash" userId="db010379-4e96-4120-a6ea-c271978f8950" providerId="ADAL" clId="{29FE4DE5-1784-5BD0-9270-E96CA531BE2A}" dt="2025-09-22T19:34:20.009" v="131" actId="2696"/>
        <pc:sldMkLst>
          <pc:docMk/>
          <pc:sldMk cId="1731092300" sldId="394"/>
        </pc:sldMkLst>
      </pc:sldChg>
      <pc:sldChg chg="del">
        <pc:chgData name="Bagherabadi, Arash" userId="db010379-4e96-4120-a6ea-c271978f8950" providerId="ADAL" clId="{29FE4DE5-1784-5BD0-9270-E96CA531BE2A}" dt="2025-09-22T19:34:20.062" v="167" actId="2696"/>
        <pc:sldMkLst>
          <pc:docMk/>
          <pc:sldMk cId="359836544" sldId="395"/>
        </pc:sldMkLst>
      </pc:sldChg>
      <pc:sldChg chg="del">
        <pc:chgData name="Bagherabadi, Arash" userId="db010379-4e96-4120-a6ea-c271978f8950" providerId="ADAL" clId="{29FE4DE5-1784-5BD0-9270-E96CA531BE2A}" dt="2025-09-22T19:34:20.026" v="140" actId="2696"/>
        <pc:sldMkLst>
          <pc:docMk/>
          <pc:sldMk cId="458845056" sldId="396"/>
        </pc:sldMkLst>
      </pc:sldChg>
      <pc:sldChg chg="del">
        <pc:chgData name="Bagherabadi, Arash" userId="db010379-4e96-4120-a6ea-c271978f8950" providerId="ADAL" clId="{29FE4DE5-1784-5BD0-9270-E96CA531BE2A}" dt="2025-09-22T19:34:20.014" v="134" actId="2696"/>
        <pc:sldMkLst>
          <pc:docMk/>
          <pc:sldMk cId="195079815" sldId="397"/>
        </pc:sldMkLst>
      </pc:sldChg>
      <pc:sldChg chg="del">
        <pc:chgData name="Bagherabadi, Arash" userId="db010379-4e96-4120-a6ea-c271978f8950" providerId="ADAL" clId="{29FE4DE5-1784-5BD0-9270-E96CA531BE2A}" dt="2025-09-22T19:34:20.064" v="170" actId="2696"/>
        <pc:sldMkLst>
          <pc:docMk/>
          <pc:sldMk cId="1646405383" sldId="398"/>
        </pc:sldMkLst>
      </pc:sldChg>
      <pc:sldChg chg="del">
        <pc:chgData name="Bagherabadi, Arash" userId="db010379-4e96-4120-a6ea-c271978f8950" providerId="ADAL" clId="{29FE4DE5-1784-5BD0-9270-E96CA531BE2A}" dt="2025-09-22T19:34:20.067" v="172" actId="2696"/>
        <pc:sldMkLst>
          <pc:docMk/>
          <pc:sldMk cId="927447751" sldId="405"/>
        </pc:sldMkLst>
      </pc:sldChg>
      <pc:sldChg chg="del">
        <pc:chgData name="Bagherabadi, Arash" userId="db010379-4e96-4120-a6ea-c271978f8950" providerId="ADAL" clId="{29FE4DE5-1784-5BD0-9270-E96CA531BE2A}" dt="2025-09-22T19:34:20.031" v="143" actId="2696"/>
        <pc:sldMkLst>
          <pc:docMk/>
          <pc:sldMk cId="2308873689" sldId="410"/>
        </pc:sldMkLst>
      </pc:sldChg>
      <pc:sldChg chg="del">
        <pc:chgData name="Bagherabadi, Arash" userId="db010379-4e96-4120-a6ea-c271978f8950" providerId="ADAL" clId="{29FE4DE5-1784-5BD0-9270-E96CA531BE2A}" dt="2025-09-22T19:34:20" v="126" actId="2696"/>
        <pc:sldMkLst>
          <pc:docMk/>
          <pc:sldMk cId="4092015611" sldId="411"/>
        </pc:sldMkLst>
      </pc:sldChg>
      <pc:sldChg chg="del">
        <pc:chgData name="Bagherabadi, Arash" userId="db010379-4e96-4120-a6ea-c271978f8950" providerId="ADAL" clId="{29FE4DE5-1784-5BD0-9270-E96CA531BE2A}" dt="2025-09-22T19:34:20.035" v="147" actId="2696"/>
        <pc:sldMkLst>
          <pc:docMk/>
          <pc:sldMk cId="3423126593" sldId="436"/>
        </pc:sldMkLst>
      </pc:sldChg>
      <pc:sldChg chg="del">
        <pc:chgData name="Bagherabadi, Arash" userId="db010379-4e96-4120-a6ea-c271978f8950" providerId="ADAL" clId="{29FE4DE5-1784-5BD0-9270-E96CA531BE2A}" dt="2025-09-22T19:34:08.254" v="108" actId="2696"/>
        <pc:sldMkLst>
          <pc:docMk/>
          <pc:sldMk cId="2525470931" sldId="440"/>
        </pc:sldMkLst>
      </pc:sldChg>
      <pc:sldChg chg="del">
        <pc:chgData name="Bagherabadi, Arash" userId="db010379-4e96-4120-a6ea-c271978f8950" providerId="ADAL" clId="{29FE4DE5-1784-5BD0-9270-E96CA531BE2A}" dt="2025-09-22T19:34:20.002" v="127" actId="2696"/>
        <pc:sldMkLst>
          <pc:docMk/>
          <pc:sldMk cId="371655983" sldId="441"/>
        </pc:sldMkLst>
      </pc:sldChg>
      <pc:sldChg chg="del">
        <pc:chgData name="Bagherabadi, Arash" userId="db010379-4e96-4120-a6ea-c271978f8950" providerId="ADAL" clId="{29FE4DE5-1784-5BD0-9270-E96CA531BE2A}" dt="2025-09-22T19:34:08.259" v="109" actId="2696"/>
        <pc:sldMkLst>
          <pc:docMk/>
          <pc:sldMk cId="2360179275" sldId="450"/>
        </pc:sldMkLst>
      </pc:sldChg>
      <pc:sldChg chg="del">
        <pc:chgData name="Bagherabadi, Arash" userId="db010379-4e96-4120-a6ea-c271978f8950" providerId="ADAL" clId="{29FE4DE5-1784-5BD0-9270-E96CA531BE2A}" dt="2025-09-22T19:34:11.027" v="116" actId="2696"/>
        <pc:sldMkLst>
          <pc:docMk/>
          <pc:sldMk cId="58392897" sldId="452"/>
        </pc:sldMkLst>
      </pc:sldChg>
      <pc:sldChg chg="del">
        <pc:chgData name="Bagherabadi, Arash" userId="db010379-4e96-4120-a6ea-c271978f8950" providerId="ADAL" clId="{29FE4DE5-1784-5BD0-9270-E96CA531BE2A}" dt="2025-09-22T19:34:20.057" v="161" actId="2696"/>
        <pc:sldMkLst>
          <pc:docMk/>
          <pc:sldMk cId="2287250391" sldId="453"/>
        </pc:sldMkLst>
      </pc:sldChg>
      <pc:sldChg chg="del">
        <pc:chgData name="Bagherabadi, Arash" userId="db010379-4e96-4120-a6ea-c271978f8950" providerId="ADAL" clId="{29FE4DE5-1784-5BD0-9270-E96CA531BE2A}" dt="2025-09-22T19:34:20.007" v="130" actId="2696"/>
        <pc:sldMkLst>
          <pc:docMk/>
          <pc:sldMk cId="1082084883" sldId="454"/>
        </pc:sldMkLst>
      </pc:sldChg>
      <pc:sldChg chg="del">
        <pc:chgData name="Bagherabadi, Arash" userId="db010379-4e96-4120-a6ea-c271978f8950" providerId="ADAL" clId="{29FE4DE5-1784-5BD0-9270-E96CA531BE2A}" dt="2025-09-22T19:34:20.060" v="165" actId="2696"/>
        <pc:sldMkLst>
          <pc:docMk/>
          <pc:sldMk cId="3477952852" sldId="458"/>
        </pc:sldMkLst>
      </pc:sldChg>
      <pc:sldChg chg="del">
        <pc:chgData name="Bagherabadi, Arash" userId="db010379-4e96-4120-a6ea-c271978f8950" providerId="ADAL" clId="{29FE4DE5-1784-5BD0-9270-E96CA531BE2A}" dt="2025-09-22T19:34:20.048" v="159" actId="2696"/>
        <pc:sldMkLst>
          <pc:docMk/>
          <pc:sldMk cId="3189239331" sldId="463"/>
        </pc:sldMkLst>
      </pc:sldChg>
      <pc:sldChg chg="del">
        <pc:chgData name="Bagherabadi, Arash" userId="db010379-4e96-4120-a6ea-c271978f8950" providerId="ADAL" clId="{29FE4DE5-1784-5BD0-9270-E96CA531BE2A}" dt="2025-09-22T19:34:11.042" v="121" actId="2696"/>
        <pc:sldMkLst>
          <pc:docMk/>
          <pc:sldMk cId="590201067" sldId="466"/>
        </pc:sldMkLst>
      </pc:sldChg>
      <pc:sldChg chg="modSp del mod ord">
        <pc:chgData name="Bagherabadi, Arash" userId="db010379-4e96-4120-a6ea-c271978f8950" providerId="ADAL" clId="{29FE4DE5-1784-5BD0-9270-E96CA531BE2A}" dt="2025-11-24T14:24:01.968" v="5670" actId="2696"/>
        <pc:sldMkLst>
          <pc:docMk/>
          <pc:sldMk cId="3764556175" sldId="467"/>
        </pc:sldMkLst>
      </pc:sldChg>
      <pc:sldChg chg="addSp delSp modSp add del mod">
        <pc:chgData name="Bagherabadi, Arash" userId="db010379-4e96-4120-a6ea-c271978f8950" providerId="ADAL" clId="{29FE4DE5-1784-5BD0-9270-E96CA531BE2A}" dt="2025-10-01T15:20:59.572" v="2484" actId="2696"/>
        <pc:sldMkLst>
          <pc:docMk/>
          <pc:sldMk cId="3978688062" sldId="468"/>
        </pc:sldMkLst>
      </pc:sldChg>
      <pc:sldChg chg="del">
        <pc:chgData name="Bagherabadi, Arash" userId="db010379-4e96-4120-a6ea-c271978f8950" providerId="ADAL" clId="{29FE4DE5-1784-5BD0-9270-E96CA531BE2A}" dt="2025-09-22T19:34:08.262" v="110" actId="2696"/>
        <pc:sldMkLst>
          <pc:docMk/>
          <pc:sldMk cId="98698568" sldId="469"/>
        </pc:sldMkLst>
      </pc:sldChg>
      <pc:sldChg chg="addSp delSp modSp add del mod ord modNotesTx">
        <pc:chgData name="Bagherabadi, Arash" userId="db010379-4e96-4120-a6ea-c271978f8950" providerId="ADAL" clId="{29FE4DE5-1784-5BD0-9270-E96CA531BE2A}" dt="2025-10-01T15:21:07.745" v="2498" actId="2696"/>
        <pc:sldMkLst>
          <pc:docMk/>
          <pc:sldMk cId="3295804815" sldId="469"/>
        </pc:sldMkLst>
      </pc:sldChg>
      <pc:sldChg chg="addSp delSp modSp new del mod setBg modClrScheme chgLayout">
        <pc:chgData name="Bagherabadi, Arash" userId="db010379-4e96-4120-a6ea-c271978f8950" providerId="ADAL" clId="{29FE4DE5-1784-5BD0-9270-E96CA531BE2A}" dt="2025-10-01T15:20:59.574" v="2485" actId="2696"/>
        <pc:sldMkLst>
          <pc:docMk/>
          <pc:sldMk cId="1949796305" sldId="470"/>
        </pc:sldMkLst>
      </pc:sldChg>
      <pc:sldChg chg="del">
        <pc:chgData name="Bagherabadi, Arash" userId="db010379-4e96-4120-a6ea-c271978f8950" providerId="ADAL" clId="{29FE4DE5-1784-5BD0-9270-E96CA531BE2A}" dt="2025-09-22T19:34:08.289" v="113" actId="2696"/>
        <pc:sldMkLst>
          <pc:docMk/>
          <pc:sldMk cId="3817553838" sldId="470"/>
        </pc:sldMkLst>
      </pc:sldChg>
      <pc:sldChg chg="del">
        <pc:chgData name="Bagherabadi, Arash" userId="db010379-4e96-4120-a6ea-c271978f8950" providerId="ADAL" clId="{29FE4DE5-1784-5BD0-9270-E96CA531BE2A}" dt="2025-09-22T19:34:08.285" v="111" actId="2696"/>
        <pc:sldMkLst>
          <pc:docMk/>
          <pc:sldMk cId="395889070" sldId="471"/>
        </pc:sldMkLst>
      </pc:sldChg>
      <pc:sldChg chg="addSp modSp new del mod ord modNotesTx">
        <pc:chgData name="Bagherabadi, Arash" userId="db010379-4e96-4120-a6ea-c271978f8950" providerId="ADAL" clId="{29FE4DE5-1784-5BD0-9270-E96CA531BE2A}" dt="2025-09-22T20:34:43.215" v="647" actId="2696"/>
        <pc:sldMkLst>
          <pc:docMk/>
          <pc:sldMk cId="3167931197" sldId="471"/>
        </pc:sldMkLst>
      </pc:sldChg>
      <pc:sldChg chg="new del">
        <pc:chgData name="Bagherabadi, Arash" userId="db010379-4e96-4120-a6ea-c271978f8950" providerId="ADAL" clId="{29FE4DE5-1784-5BD0-9270-E96CA531BE2A}" dt="2025-09-22T19:50:12.106" v="244" actId="2696"/>
        <pc:sldMkLst>
          <pc:docMk/>
          <pc:sldMk cId="3294435199" sldId="471"/>
        </pc:sldMkLst>
      </pc:sldChg>
      <pc:sldChg chg="modSp new del mod">
        <pc:chgData name="Bagherabadi, Arash" userId="db010379-4e96-4120-a6ea-c271978f8950" providerId="ADAL" clId="{29FE4DE5-1784-5BD0-9270-E96CA531BE2A}" dt="2025-09-22T19:50:54.814" v="266" actId="2696"/>
        <pc:sldMkLst>
          <pc:docMk/>
          <pc:sldMk cId="3627807958" sldId="471"/>
        </pc:sldMkLst>
      </pc:sldChg>
      <pc:sldChg chg="addSp delSp modSp new del mod modNotesTx">
        <pc:chgData name="Bagherabadi, Arash" userId="db010379-4e96-4120-a6ea-c271978f8950" providerId="ADAL" clId="{29FE4DE5-1784-5BD0-9270-E96CA531BE2A}" dt="2025-10-01T15:21:07.747" v="2501" actId="2696"/>
        <pc:sldMkLst>
          <pc:docMk/>
          <pc:sldMk cId="633923681" sldId="472"/>
        </pc:sldMkLst>
      </pc:sldChg>
      <pc:sldChg chg="del">
        <pc:chgData name="Bagherabadi, Arash" userId="db010379-4e96-4120-a6ea-c271978f8950" providerId="ADAL" clId="{29FE4DE5-1784-5BD0-9270-E96CA531BE2A}" dt="2025-09-22T19:34:20.069" v="175" actId="2696"/>
        <pc:sldMkLst>
          <pc:docMk/>
          <pc:sldMk cId="4273616295" sldId="472"/>
        </pc:sldMkLst>
      </pc:sldChg>
      <pc:sldChg chg="addSp delSp modSp add del mod ord setBg modNotesTx">
        <pc:chgData name="Bagherabadi, Arash" userId="db010379-4e96-4120-a6ea-c271978f8950" providerId="ADAL" clId="{29FE4DE5-1784-5BD0-9270-E96CA531BE2A}" dt="2025-11-24T14:24:01.973" v="5677" actId="2696"/>
        <pc:sldMkLst>
          <pc:docMk/>
          <pc:sldMk cId="2091014886" sldId="473"/>
        </pc:sldMkLst>
      </pc:sldChg>
      <pc:sldChg chg="new del">
        <pc:chgData name="Bagherabadi, Arash" userId="db010379-4e96-4120-a6ea-c271978f8950" providerId="ADAL" clId="{29FE4DE5-1784-5BD0-9270-E96CA531BE2A}" dt="2025-09-22T20:29:16.060" v="599" actId="680"/>
        <pc:sldMkLst>
          <pc:docMk/>
          <pc:sldMk cId="4030995210" sldId="473"/>
        </pc:sldMkLst>
      </pc:sldChg>
      <pc:sldChg chg="addSp delSp modSp new mod ord modClrScheme chgLayout">
        <pc:chgData name="Bagherabadi, Arash" userId="db010379-4e96-4120-a6ea-c271978f8950" providerId="ADAL" clId="{29FE4DE5-1784-5BD0-9270-E96CA531BE2A}" dt="2026-02-16T22:03:38.498" v="8688" actId="20577"/>
        <pc:sldMkLst>
          <pc:docMk/>
          <pc:sldMk cId="2310877052" sldId="474"/>
        </pc:sldMkLst>
        <pc:spChg chg="mod">
          <ac:chgData name="Bagherabadi, Arash" userId="db010379-4e96-4120-a6ea-c271978f8950" providerId="ADAL" clId="{29FE4DE5-1784-5BD0-9270-E96CA531BE2A}" dt="2026-02-16T20:37:32.088" v="8075" actId="20577"/>
          <ac:spMkLst>
            <pc:docMk/>
            <pc:sldMk cId="2310877052" sldId="474"/>
            <ac:spMk id="4" creationId="{A954EF87-A587-D068-B5A6-48B80046D229}"/>
          </ac:spMkLst>
        </pc:spChg>
        <pc:spChg chg="mod ord">
          <ac:chgData name="Bagherabadi, Arash" userId="db010379-4e96-4120-a6ea-c271978f8950" providerId="ADAL" clId="{29FE4DE5-1784-5BD0-9270-E96CA531BE2A}" dt="2026-02-16T22:03:38.498" v="8688" actId="20577"/>
          <ac:spMkLst>
            <pc:docMk/>
            <pc:sldMk cId="2310877052" sldId="474"/>
            <ac:spMk id="5" creationId="{BCC7BC29-5BA1-8E75-1DC3-926CBEDF2013}"/>
          </ac:spMkLst>
        </pc:spChg>
      </pc:sldChg>
      <pc:sldChg chg="addSp modSp add del mod">
        <pc:chgData name="Bagherabadi, Arash" userId="db010379-4e96-4120-a6ea-c271978f8950" providerId="ADAL" clId="{29FE4DE5-1784-5BD0-9270-E96CA531BE2A}" dt="2025-10-01T15:21:07.724" v="2486" actId="2696"/>
        <pc:sldMkLst>
          <pc:docMk/>
          <pc:sldMk cId="2426368630" sldId="474"/>
        </pc:sldMkLst>
      </pc:sldChg>
      <pc:sldChg chg="addSp delSp modSp new del mod ord">
        <pc:chgData name="Bagherabadi, Arash" userId="db010379-4e96-4120-a6ea-c271978f8950" providerId="ADAL" clId="{29FE4DE5-1784-5BD0-9270-E96CA531BE2A}" dt="2025-11-24T14:24:02.021" v="5734" actId="2696"/>
        <pc:sldMkLst>
          <pc:docMk/>
          <pc:sldMk cId="2313634875" sldId="475"/>
        </pc:sldMkLst>
      </pc:sldChg>
      <pc:sldChg chg="addSp modSp new del mod ord">
        <pc:chgData name="Bagherabadi, Arash" userId="db010379-4e96-4120-a6ea-c271978f8950" providerId="ADAL" clId="{29FE4DE5-1784-5BD0-9270-E96CA531BE2A}" dt="2025-10-01T15:21:07.784" v="2514" actId="2696"/>
        <pc:sldMkLst>
          <pc:docMk/>
          <pc:sldMk cId="3048608227" sldId="475"/>
        </pc:sldMkLst>
      </pc:sldChg>
      <pc:sldChg chg="del">
        <pc:chgData name="Bagherabadi, Arash" userId="db010379-4e96-4120-a6ea-c271978f8950" providerId="ADAL" clId="{29FE4DE5-1784-5BD0-9270-E96CA531BE2A}" dt="2025-09-22T19:34:20.011" v="132" actId="2696"/>
        <pc:sldMkLst>
          <pc:docMk/>
          <pc:sldMk cId="3916514064" sldId="475"/>
        </pc:sldMkLst>
      </pc:sldChg>
      <pc:sldChg chg="del">
        <pc:chgData name="Bagherabadi, Arash" userId="db010379-4e96-4120-a6ea-c271978f8950" providerId="ADAL" clId="{29FE4DE5-1784-5BD0-9270-E96CA531BE2A}" dt="2025-09-22T19:34:20.005" v="129" actId="2696"/>
        <pc:sldMkLst>
          <pc:docMk/>
          <pc:sldMk cId="1233399847" sldId="476"/>
        </pc:sldMkLst>
      </pc:sldChg>
      <pc:sldChg chg="modSp add del mod ord">
        <pc:chgData name="Bagherabadi, Arash" userId="db010379-4e96-4120-a6ea-c271978f8950" providerId="ADAL" clId="{29FE4DE5-1784-5BD0-9270-E96CA531BE2A}" dt="2025-10-22T18:48:05.711" v="4189" actId="2696"/>
        <pc:sldMkLst>
          <pc:docMk/>
          <pc:sldMk cId="1501557455" sldId="476"/>
        </pc:sldMkLst>
      </pc:sldChg>
      <pc:sldChg chg="addSp delSp modSp new del mod">
        <pc:chgData name="Bagherabadi, Arash" userId="db010379-4e96-4120-a6ea-c271978f8950" providerId="ADAL" clId="{29FE4DE5-1784-5BD0-9270-E96CA531BE2A}" dt="2025-10-01T15:21:07.729" v="2489" actId="2696"/>
        <pc:sldMkLst>
          <pc:docMk/>
          <pc:sldMk cId="3080859090" sldId="476"/>
        </pc:sldMkLst>
      </pc:sldChg>
      <pc:sldChg chg="modSp add del mod">
        <pc:chgData name="Bagherabadi, Arash" userId="db010379-4e96-4120-a6ea-c271978f8950" providerId="ADAL" clId="{29FE4DE5-1784-5BD0-9270-E96CA531BE2A}" dt="2025-11-24T14:24:01.975" v="5680" actId="2696"/>
        <pc:sldMkLst>
          <pc:docMk/>
          <pc:sldMk cId="717746714" sldId="477"/>
        </pc:sldMkLst>
      </pc:sldChg>
      <pc:sldChg chg="del">
        <pc:chgData name="Bagherabadi, Arash" userId="db010379-4e96-4120-a6ea-c271978f8950" providerId="ADAL" clId="{29FE4DE5-1784-5BD0-9270-E96CA531BE2A}" dt="2025-09-22T19:34:20.060" v="164" actId="2696"/>
        <pc:sldMkLst>
          <pc:docMk/>
          <pc:sldMk cId="1447993062" sldId="477"/>
        </pc:sldMkLst>
      </pc:sldChg>
      <pc:sldChg chg="addSp delSp modSp new del mod modNotesTx">
        <pc:chgData name="Bagherabadi, Arash" userId="db010379-4e96-4120-a6ea-c271978f8950" providerId="ADAL" clId="{29FE4DE5-1784-5BD0-9270-E96CA531BE2A}" dt="2025-10-01T15:21:07.752" v="2506" actId="2696"/>
        <pc:sldMkLst>
          <pc:docMk/>
          <pc:sldMk cId="2488519816" sldId="477"/>
        </pc:sldMkLst>
      </pc:sldChg>
      <pc:sldChg chg="del">
        <pc:chgData name="Bagherabadi, Arash" userId="db010379-4e96-4120-a6ea-c271978f8950" providerId="ADAL" clId="{29FE4DE5-1784-5BD0-9270-E96CA531BE2A}" dt="2025-09-22T19:34:20.061" v="166" actId="2696"/>
        <pc:sldMkLst>
          <pc:docMk/>
          <pc:sldMk cId="1789159204" sldId="478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90" v="5693" actId="2696"/>
        <pc:sldMkLst>
          <pc:docMk/>
          <pc:sldMk cId="1937616231" sldId="478"/>
        </pc:sldMkLst>
      </pc:sldChg>
      <pc:sldChg chg="modSp new del mod">
        <pc:chgData name="Bagherabadi, Arash" userId="db010379-4e96-4120-a6ea-c271978f8950" providerId="ADAL" clId="{29FE4DE5-1784-5BD0-9270-E96CA531BE2A}" dt="2025-10-01T15:21:07.779" v="2510" actId="2696"/>
        <pc:sldMkLst>
          <pc:docMk/>
          <pc:sldMk cId="3521206628" sldId="478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75" v="5679" actId="2696"/>
        <pc:sldMkLst>
          <pc:docMk/>
          <pc:sldMk cId="2419520761" sldId="479"/>
        </pc:sldMkLst>
      </pc:sldChg>
      <pc:sldChg chg="addSp delSp modSp add del mod modNotesTx">
        <pc:chgData name="Bagherabadi, Arash" userId="db010379-4e96-4120-a6ea-c271978f8950" providerId="ADAL" clId="{29FE4DE5-1784-5BD0-9270-E96CA531BE2A}" dt="2025-10-01T15:21:07.751" v="2505" actId="2696"/>
        <pc:sldMkLst>
          <pc:docMk/>
          <pc:sldMk cId="3802774789" sldId="479"/>
        </pc:sldMkLst>
      </pc:sldChg>
      <pc:sldChg chg="del">
        <pc:chgData name="Bagherabadi, Arash" userId="db010379-4e96-4120-a6ea-c271978f8950" providerId="ADAL" clId="{29FE4DE5-1784-5BD0-9270-E96CA531BE2A}" dt="2025-09-22T19:34:20.042" v="154" actId="2696"/>
        <pc:sldMkLst>
          <pc:docMk/>
          <pc:sldMk cId="561784865" sldId="480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96" v="5698" actId="2696"/>
        <pc:sldMkLst>
          <pc:docMk/>
          <pc:sldMk cId="826547105" sldId="480"/>
        </pc:sldMkLst>
      </pc:sldChg>
      <pc:sldChg chg="addSp modSp add del mod ord">
        <pc:chgData name="Bagherabadi, Arash" userId="db010379-4e96-4120-a6ea-c271978f8950" providerId="ADAL" clId="{29FE4DE5-1784-5BD0-9270-E96CA531BE2A}" dt="2025-10-01T15:21:07.736" v="2497" actId="2696"/>
        <pc:sldMkLst>
          <pc:docMk/>
          <pc:sldMk cId="3438654811" sldId="480"/>
        </pc:sldMkLst>
      </pc:sldChg>
      <pc:sldChg chg="del">
        <pc:chgData name="Bagherabadi, Arash" userId="db010379-4e96-4120-a6ea-c271978f8950" providerId="ADAL" clId="{29FE4DE5-1784-5BD0-9270-E96CA531BE2A}" dt="2025-09-22T19:34:20.038" v="149" actId="2696"/>
        <pc:sldMkLst>
          <pc:docMk/>
          <pc:sldMk cId="1060263349" sldId="481"/>
        </pc:sldMkLst>
      </pc:sldChg>
      <pc:sldChg chg="modSp add del mod">
        <pc:chgData name="Bagherabadi, Arash" userId="db010379-4e96-4120-a6ea-c271978f8950" providerId="ADAL" clId="{29FE4DE5-1784-5BD0-9270-E96CA531BE2A}" dt="2025-11-24T14:24:01.979" v="5685" actId="2696"/>
        <pc:sldMkLst>
          <pc:docMk/>
          <pc:sldMk cId="1126595808" sldId="481"/>
        </pc:sldMkLst>
      </pc:sldChg>
      <pc:sldChg chg="modSp add del mod ord">
        <pc:chgData name="Bagherabadi, Arash" userId="db010379-4e96-4120-a6ea-c271978f8950" providerId="ADAL" clId="{29FE4DE5-1784-5BD0-9270-E96CA531BE2A}" dt="2025-10-01T15:21:07.780" v="2512" actId="2696"/>
        <pc:sldMkLst>
          <pc:docMk/>
          <pc:sldMk cId="4194527684" sldId="481"/>
        </pc:sldMkLst>
      </pc:sldChg>
      <pc:sldChg chg="modSp add del mod">
        <pc:chgData name="Bagherabadi, Arash" userId="db010379-4e96-4120-a6ea-c271978f8950" providerId="ADAL" clId="{29FE4DE5-1784-5BD0-9270-E96CA531BE2A}" dt="2025-10-01T15:21:07.753" v="2508" actId="2696"/>
        <pc:sldMkLst>
          <pc:docMk/>
          <pc:sldMk cId="3041853210" sldId="482"/>
        </pc:sldMkLst>
      </pc:sldChg>
      <pc:sldChg chg="del">
        <pc:chgData name="Bagherabadi, Arash" userId="db010379-4e96-4120-a6ea-c271978f8950" providerId="ADAL" clId="{29FE4DE5-1784-5BD0-9270-E96CA531BE2A}" dt="2025-09-22T19:34:11.031" v="117" actId="2696"/>
        <pc:sldMkLst>
          <pc:docMk/>
          <pc:sldMk cId="3373863947" sldId="482"/>
        </pc:sldMkLst>
      </pc:sldChg>
      <pc:sldChg chg="add del replId">
        <pc:chgData name="Bagherabadi, Arash" userId="db010379-4e96-4120-a6ea-c271978f8950" providerId="ADAL" clId="{29FE4DE5-1784-5BD0-9270-E96CA531BE2A}" dt="2025-10-22T19:52:32.667" v="4690" actId="2696"/>
        <pc:sldMkLst>
          <pc:docMk/>
          <pc:sldMk cId="3810396268" sldId="482"/>
        </pc:sldMkLst>
      </pc:sldChg>
      <pc:sldChg chg="modSp new del mod">
        <pc:chgData name="Bagherabadi, Arash" userId="db010379-4e96-4120-a6ea-c271978f8950" providerId="ADAL" clId="{29FE4DE5-1784-5BD0-9270-E96CA531BE2A}" dt="2025-10-01T15:21:07.748" v="2502" actId="2696"/>
        <pc:sldMkLst>
          <pc:docMk/>
          <pc:sldMk cId="3012677268" sldId="483"/>
        </pc:sldMkLst>
      </pc:sldChg>
      <pc:sldChg chg="modSp add del mod ord">
        <pc:chgData name="Bagherabadi, Arash" userId="db010379-4e96-4120-a6ea-c271978f8950" providerId="ADAL" clId="{29FE4DE5-1784-5BD0-9270-E96CA531BE2A}" dt="2025-11-24T14:24:01.953" v="5653" actId="2696"/>
        <pc:sldMkLst>
          <pc:docMk/>
          <pc:sldMk cId="3919201771" sldId="483"/>
        </pc:sldMkLst>
      </pc:sldChg>
      <pc:sldChg chg="modSp new del mod">
        <pc:chgData name="Bagherabadi, Arash" userId="db010379-4e96-4120-a6ea-c271978f8950" providerId="ADAL" clId="{29FE4DE5-1784-5BD0-9270-E96CA531BE2A}" dt="2025-10-01T15:21:07.730" v="2490" actId="2696"/>
        <pc:sldMkLst>
          <pc:docMk/>
          <pc:sldMk cId="4066881644" sldId="484"/>
        </pc:sldMkLst>
      </pc:sldChg>
      <pc:sldChg chg="add del">
        <pc:chgData name="Bagherabadi, Arash" userId="db010379-4e96-4120-a6ea-c271978f8950" providerId="ADAL" clId="{29FE4DE5-1784-5BD0-9270-E96CA531BE2A}" dt="2025-10-08T20:25:56.459" v="3208" actId="2696"/>
        <pc:sldMkLst>
          <pc:docMk/>
          <pc:sldMk cId="4122792498" sldId="484"/>
        </pc:sldMkLst>
      </pc:sldChg>
      <pc:sldChg chg="modSp new del mod">
        <pc:chgData name="Bagherabadi, Arash" userId="db010379-4e96-4120-a6ea-c271978f8950" providerId="ADAL" clId="{29FE4DE5-1784-5BD0-9270-E96CA531BE2A}" dt="2025-10-01T15:21:07.752" v="2507" actId="2696"/>
        <pc:sldMkLst>
          <pc:docMk/>
          <pc:sldMk cId="383986334" sldId="485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96" v="5699" actId="2696"/>
        <pc:sldMkLst>
          <pc:docMk/>
          <pc:sldMk cId="3745052415" sldId="485"/>
        </pc:sldMkLst>
      </pc:sldChg>
      <pc:sldChg chg="modSp new del mod">
        <pc:chgData name="Bagherabadi, Arash" userId="db010379-4e96-4120-a6ea-c271978f8950" providerId="ADAL" clId="{29FE4DE5-1784-5BD0-9270-E96CA531BE2A}" dt="2025-10-01T15:21:07.735" v="2496" actId="2696"/>
        <pc:sldMkLst>
          <pc:docMk/>
          <pc:sldMk cId="1222837739" sldId="486"/>
        </pc:sldMkLst>
      </pc:sldChg>
      <pc:sldChg chg="addSp delSp modSp new del mod ord">
        <pc:chgData name="Bagherabadi, Arash" userId="db010379-4e96-4120-a6ea-c271978f8950" providerId="ADAL" clId="{29FE4DE5-1784-5BD0-9270-E96CA531BE2A}" dt="2025-11-24T14:24:01.977" v="5682" actId="2696"/>
        <pc:sldMkLst>
          <pc:docMk/>
          <pc:sldMk cId="4055627450" sldId="486"/>
        </pc:sldMkLst>
      </pc:sldChg>
      <pc:sldChg chg="addSp delSp modSp new del mod">
        <pc:chgData name="Bagherabadi, Arash" userId="db010379-4e96-4120-a6ea-c271978f8950" providerId="ADAL" clId="{29FE4DE5-1784-5BD0-9270-E96CA531BE2A}" dt="2025-10-22T19:49:01.961" v="4630" actId="2696"/>
        <pc:sldMkLst>
          <pc:docMk/>
          <pc:sldMk cId="2208270728" sldId="487"/>
        </pc:sldMkLst>
      </pc:sldChg>
      <pc:sldChg chg="modSp new del mod ord">
        <pc:chgData name="Bagherabadi, Arash" userId="db010379-4e96-4120-a6ea-c271978f8950" providerId="ADAL" clId="{29FE4DE5-1784-5BD0-9270-E96CA531BE2A}" dt="2025-10-01T15:21:07.732" v="2493" actId="2696"/>
        <pc:sldMkLst>
          <pc:docMk/>
          <pc:sldMk cId="4293870174" sldId="487"/>
        </pc:sldMkLst>
      </pc:sldChg>
      <pc:sldChg chg="delSp modSp add del mod ord">
        <pc:chgData name="Bagherabadi, Arash" userId="db010379-4e96-4120-a6ea-c271978f8950" providerId="ADAL" clId="{29FE4DE5-1784-5BD0-9270-E96CA531BE2A}" dt="2025-11-24T14:24:02.004" v="5713" actId="2696"/>
        <pc:sldMkLst>
          <pc:docMk/>
          <pc:sldMk cId="1497049101" sldId="488"/>
        </pc:sldMkLst>
      </pc:sldChg>
      <pc:sldChg chg="addSp delSp modSp new del mod ord">
        <pc:chgData name="Bagherabadi, Arash" userId="db010379-4e96-4120-a6ea-c271978f8950" providerId="ADAL" clId="{29FE4DE5-1784-5BD0-9270-E96CA531BE2A}" dt="2025-10-01T15:21:07.733" v="2494" actId="2696"/>
        <pc:sldMkLst>
          <pc:docMk/>
          <pc:sldMk cId="2280124748" sldId="488"/>
        </pc:sldMkLst>
      </pc:sldChg>
      <pc:sldChg chg="addSp modSp new del mod ord modNotesTx">
        <pc:chgData name="Bagherabadi, Arash" userId="db010379-4e96-4120-a6ea-c271978f8950" providerId="ADAL" clId="{29FE4DE5-1784-5BD0-9270-E96CA531BE2A}" dt="2025-10-01T15:21:07.750" v="2504" actId="2696"/>
        <pc:sldMkLst>
          <pc:docMk/>
          <pc:sldMk cId="492591748" sldId="489"/>
        </pc:sldMkLst>
      </pc:sldChg>
      <pc:sldChg chg="addSp delSp modSp add del mod">
        <pc:chgData name="Bagherabadi, Arash" userId="db010379-4e96-4120-a6ea-c271978f8950" providerId="ADAL" clId="{29FE4DE5-1784-5BD0-9270-E96CA531BE2A}" dt="2025-10-22T19:49:04.112" v="4632" actId="2696"/>
        <pc:sldMkLst>
          <pc:docMk/>
          <pc:sldMk cId="3381364871" sldId="489"/>
        </pc:sldMkLst>
      </pc:sldChg>
      <pc:sldChg chg="addSp delSp modSp new del mod">
        <pc:chgData name="Bagherabadi, Arash" userId="db010379-4e96-4120-a6ea-c271978f8950" providerId="ADAL" clId="{29FE4DE5-1784-5BD0-9270-E96CA531BE2A}" dt="2025-10-01T15:21:07.778" v="2509" actId="2696"/>
        <pc:sldMkLst>
          <pc:docMk/>
          <pc:sldMk cId="1425358918" sldId="490"/>
        </pc:sldMkLst>
      </pc:sldChg>
      <pc:sldChg chg="addSp delSp modSp add del mod">
        <pc:chgData name="Bagherabadi, Arash" userId="db010379-4e96-4120-a6ea-c271978f8950" providerId="ADAL" clId="{29FE4DE5-1784-5BD0-9270-E96CA531BE2A}" dt="2025-10-22T19:11:48.363" v="4534" actId="2696"/>
        <pc:sldMkLst>
          <pc:docMk/>
          <pc:sldMk cId="1760429557" sldId="490"/>
        </pc:sldMkLst>
      </pc:sldChg>
      <pc:sldChg chg="addSp delSp modSp add del mod ord">
        <pc:chgData name="Bagherabadi, Arash" userId="db010379-4e96-4120-a6ea-c271978f8950" providerId="ADAL" clId="{29FE4DE5-1784-5BD0-9270-E96CA531BE2A}" dt="2025-10-22T19:11:48.362" v="4533" actId="2696"/>
        <pc:sldMkLst>
          <pc:docMk/>
          <pc:sldMk cId="2101193697" sldId="491"/>
        </pc:sldMkLst>
      </pc:sldChg>
      <pc:sldChg chg="addSp delSp modSp add del mod ord modNotesTx">
        <pc:chgData name="Bagherabadi, Arash" userId="db010379-4e96-4120-a6ea-c271978f8950" providerId="ADAL" clId="{29FE4DE5-1784-5BD0-9270-E96CA531BE2A}" dt="2025-10-01T15:21:07.784" v="2513" actId="2696"/>
        <pc:sldMkLst>
          <pc:docMk/>
          <pc:sldMk cId="3191846236" sldId="491"/>
        </pc:sldMkLst>
      </pc:sldChg>
      <pc:sldChg chg="addSp delSp modSp new del mod modClrScheme chgLayout">
        <pc:chgData name="Bagherabadi, Arash" userId="db010379-4e96-4120-a6ea-c271978f8950" providerId="ADAL" clId="{29FE4DE5-1784-5BD0-9270-E96CA531BE2A}" dt="2025-10-01T15:21:07.734" v="2495" actId="2696"/>
        <pc:sldMkLst>
          <pc:docMk/>
          <pc:sldMk cId="2063065924" sldId="492"/>
        </pc:sldMkLst>
      </pc:sldChg>
      <pc:sldChg chg="addSp delSp modSp new del mod ord">
        <pc:chgData name="Bagherabadi, Arash" userId="db010379-4e96-4120-a6ea-c271978f8950" providerId="ADAL" clId="{29FE4DE5-1784-5BD0-9270-E96CA531BE2A}" dt="2025-10-22T19:15:43.647" v="4546" actId="2696"/>
        <pc:sldMkLst>
          <pc:docMk/>
          <pc:sldMk cId="3550346153" sldId="492"/>
        </pc:sldMkLst>
      </pc:sldChg>
      <pc:sldChg chg="add del ord">
        <pc:chgData name="Bagherabadi, Arash" userId="db010379-4e96-4120-a6ea-c271978f8950" providerId="ADAL" clId="{29FE4DE5-1784-5BD0-9270-E96CA531BE2A}" dt="2025-10-22T19:49:16.901" v="4638" actId="2696"/>
        <pc:sldMkLst>
          <pc:docMk/>
          <pc:sldMk cId="625330592" sldId="493"/>
        </pc:sldMkLst>
      </pc:sldChg>
      <pc:sldChg chg="addSp delSp modSp new del mod modClrScheme chgLayout modNotesTx">
        <pc:chgData name="Bagherabadi, Arash" userId="db010379-4e96-4120-a6ea-c271978f8950" providerId="ADAL" clId="{29FE4DE5-1784-5BD0-9270-E96CA531BE2A}" dt="2025-10-01T15:21:07.749" v="2503" actId="2696"/>
        <pc:sldMkLst>
          <pc:docMk/>
          <pc:sldMk cId="3950621483" sldId="493"/>
        </pc:sldMkLst>
      </pc:sldChg>
      <pc:sldChg chg="modSp new del mod ord">
        <pc:chgData name="Bagherabadi, Arash" userId="db010379-4e96-4120-a6ea-c271978f8950" providerId="ADAL" clId="{29FE4DE5-1784-5BD0-9270-E96CA531BE2A}" dt="2025-11-24T14:24:01.965" v="5666" actId="2696"/>
        <pc:sldMkLst>
          <pc:docMk/>
          <pc:sldMk cId="1355799200" sldId="494"/>
        </pc:sldMkLst>
      </pc:sldChg>
      <pc:sldChg chg="delSp modSp add del mod modNotesTx">
        <pc:chgData name="Bagherabadi, Arash" userId="db010379-4e96-4120-a6ea-c271978f8950" providerId="ADAL" clId="{29FE4DE5-1784-5BD0-9270-E96CA531BE2A}" dt="2025-10-01T15:21:07.727" v="2488" actId="2696"/>
        <pc:sldMkLst>
          <pc:docMk/>
          <pc:sldMk cId="4062451923" sldId="494"/>
        </pc:sldMkLst>
      </pc:sldChg>
      <pc:sldChg chg="add del">
        <pc:chgData name="Bagherabadi, Arash" userId="db010379-4e96-4120-a6ea-c271978f8950" providerId="ADAL" clId="{29FE4DE5-1784-5BD0-9270-E96CA531BE2A}" dt="2025-10-22T19:48:59.434" v="4628" actId="2696"/>
        <pc:sldMkLst>
          <pc:docMk/>
          <pc:sldMk cId="1302803360" sldId="495"/>
        </pc:sldMkLst>
      </pc:sldChg>
      <pc:sldChg chg="addSp delSp modSp new del mod modNotesTx">
        <pc:chgData name="Bagherabadi, Arash" userId="db010379-4e96-4120-a6ea-c271978f8950" providerId="ADAL" clId="{29FE4DE5-1784-5BD0-9270-E96CA531BE2A}" dt="2025-10-01T15:21:07.747" v="2500" actId="2696"/>
        <pc:sldMkLst>
          <pc:docMk/>
          <pc:sldMk cId="4159603821" sldId="495"/>
        </pc:sldMkLst>
      </pc:sldChg>
      <pc:sldChg chg="addSp delSp modSp add del mod modNotesTx">
        <pc:chgData name="Bagherabadi, Arash" userId="db010379-4e96-4120-a6ea-c271978f8950" providerId="ADAL" clId="{29FE4DE5-1784-5BD0-9270-E96CA531BE2A}" dt="2025-10-01T15:21:07.732" v="2492" actId="2696"/>
        <pc:sldMkLst>
          <pc:docMk/>
          <pc:sldMk cId="123885238" sldId="496"/>
        </pc:sldMkLst>
      </pc:sldChg>
      <pc:sldChg chg="add del">
        <pc:chgData name="Bagherabadi, Arash" userId="db010379-4e96-4120-a6ea-c271978f8950" providerId="ADAL" clId="{29FE4DE5-1784-5BD0-9270-E96CA531BE2A}" dt="2025-10-22T19:49:00.312" v="4629" actId="2696"/>
        <pc:sldMkLst>
          <pc:docMk/>
          <pc:sldMk cId="1597803080" sldId="496"/>
        </pc:sldMkLst>
      </pc:sldChg>
      <pc:sldChg chg="addSp modSp add del mod modNotesTx">
        <pc:chgData name="Bagherabadi, Arash" userId="db010379-4e96-4120-a6ea-c271978f8950" providerId="ADAL" clId="{29FE4DE5-1784-5BD0-9270-E96CA531BE2A}" dt="2025-10-01T15:21:07.746" v="2499" actId="2696"/>
        <pc:sldMkLst>
          <pc:docMk/>
          <pc:sldMk cId="1073951936" sldId="497"/>
        </pc:sldMkLst>
      </pc:sldChg>
      <pc:sldChg chg="addSp delSp modSp add del mod">
        <pc:chgData name="Bagherabadi, Arash" userId="db010379-4e96-4120-a6ea-c271978f8950" providerId="ADAL" clId="{29FE4DE5-1784-5BD0-9270-E96CA531BE2A}" dt="2025-10-22T19:49:02.667" v="4631" actId="2696"/>
        <pc:sldMkLst>
          <pc:docMk/>
          <pc:sldMk cId="1543174939" sldId="497"/>
        </pc:sldMkLst>
      </pc:sldChg>
      <pc:sldChg chg="add del">
        <pc:chgData name="Bagherabadi, Arash" userId="db010379-4e96-4120-a6ea-c271978f8950" providerId="ADAL" clId="{29FE4DE5-1784-5BD0-9270-E96CA531BE2A}" dt="2025-10-08T21:42:20.874" v="3282" actId="2696"/>
        <pc:sldMkLst>
          <pc:docMk/>
          <pc:sldMk cId="4130057553" sldId="497"/>
        </pc:sldMkLst>
      </pc:sldChg>
      <pc:sldChg chg="addSp delSp modSp add del mod modNotesTx">
        <pc:chgData name="Bagherabadi, Arash" userId="db010379-4e96-4120-a6ea-c271978f8950" providerId="ADAL" clId="{29FE4DE5-1784-5BD0-9270-E96CA531BE2A}" dt="2025-10-01T15:21:07.780" v="2511" actId="2696"/>
        <pc:sldMkLst>
          <pc:docMk/>
          <pc:sldMk cId="50674935" sldId="498"/>
        </pc:sldMkLst>
      </pc:sldChg>
      <pc:sldChg chg="add del">
        <pc:chgData name="Bagherabadi, Arash" userId="db010379-4e96-4120-a6ea-c271978f8950" providerId="ADAL" clId="{29FE4DE5-1784-5BD0-9270-E96CA531BE2A}" dt="2025-10-08T21:44:40.038" v="3291" actId="2890"/>
        <pc:sldMkLst>
          <pc:docMk/>
          <pc:sldMk cId="443366720" sldId="498"/>
        </pc:sldMkLst>
      </pc:sldChg>
      <pc:sldChg chg="addSp delSp modSp add del mod ord chgLayout">
        <pc:chgData name="Bagherabadi, Arash" userId="db010379-4e96-4120-a6ea-c271978f8950" providerId="ADAL" clId="{29FE4DE5-1784-5BD0-9270-E96CA531BE2A}" dt="2025-11-25T15:28:24.844" v="5890" actId="2696"/>
        <pc:sldMkLst>
          <pc:docMk/>
          <pc:sldMk cId="3187181882" sldId="498"/>
        </pc:sldMkLst>
      </pc:sldChg>
      <pc:sldChg chg="addSp modSp add del mod chgLayout">
        <pc:chgData name="Bagherabadi, Arash" userId="db010379-4e96-4120-a6ea-c271978f8950" providerId="ADAL" clId="{29FE4DE5-1784-5BD0-9270-E96CA531BE2A}" dt="2025-11-24T14:24:01.984" v="5689" actId="2696"/>
        <pc:sldMkLst>
          <pc:docMk/>
          <pc:sldMk cId="1104037920" sldId="499"/>
        </pc:sldMkLst>
      </pc:sldChg>
      <pc:sldChg chg="addSp delSp modSp add del mod modNotesTx">
        <pc:chgData name="Bagherabadi, Arash" userId="db010379-4e96-4120-a6ea-c271978f8950" providerId="ADAL" clId="{29FE4DE5-1784-5BD0-9270-E96CA531BE2A}" dt="2025-10-01T15:21:07.726" v="2487" actId="2696"/>
        <pc:sldMkLst>
          <pc:docMk/>
          <pc:sldMk cId="3262276965" sldId="499"/>
        </pc:sldMkLst>
      </pc:sldChg>
      <pc:sldChg chg="addSp delSp modSp add mod ord chgLayout">
        <pc:chgData name="Bagherabadi, Arash" userId="db010379-4e96-4120-a6ea-c271978f8950" providerId="ADAL" clId="{29FE4DE5-1784-5BD0-9270-E96CA531BE2A}" dt="2026-02-16T21:29:17.514" v="8622" actId="20577"/>
        <pc:sldMkLst>
          <pc:docMk/>
          <pc:sldMk cId="3593973081" sldId="499"/>
        </pc:sldMkLst>
        <pc:spChg chg="add mod">
          <ac:chgData name="Bagherabadi, Arash" userId="db010379-4e96-4120-a6ea-c271978f8950" providerId="ADAL" clId="{29FE4DE5-1784-5BD0-9270-E96CA531BE2A}" dt="2026-02-16T21:10:04.282" v="8357" actId="404"/>
          <ac:spMkLst>
            <pc:docMk/>
            <pc:sldMk cId="3593973081" sldId="499"/>
            <ac:spMk id="18" creationId="{8486DAC0-6B29-9BD0-9E52-C686CB56DC4C}"/>
          </ac:spMkLst>
        </pc:spChg>
        <pc:spChg chg="add mod">
          <ac:chgData name="Bagherabadi, Arash" userId="db010379-4e96-4120-a6ea-c271978f8950" providerId="ADAL" clId="{29FE4DE5-1784-5BD0-9270-E96CA531BE2A}" dt="2026-02-16T21:10:11.963" v="8359" actId="404"/>
          <ac:spMkLst>
            <pc:docMk/>
            <pc:sldMk cId="3593973081" sldId="499"/>
            <ac:spMk id="25" creationId="{80F44200-2798-B892-AE41-2E747F955F95}"/>
          </ac:spMkLst>
        </pc:spChg>
        <pc:spChg chg="add mod">
          <ac:chgData name="Bagherabadi, Arash" userId="db010379-4e96-4120-a6ea-c271978f8950" providerId="ADAL" clId="{29FE4DE5-1784-5BD0-9270-E96CA531BE2A}" dt="2026-02-16T21:29:17.514" v="8622" actId="20577"/>
          <ac:spMkLst>
            <pc:docMk/>
            <pc:sldMk cId="3593973081" sldId="499"/>
            <ac:spMk id="29" creationId="{D9BB248C-60C8-B2B2-DA78-9FD075D60F22}"/>
          </ac:spMkLst>
        </pc:spChg>
        <pc:spChg chg="add mod">
          <ac:chgData name="Bagherabadi, Arash" userId="db010379-4e96-4120-a6ea-c271978f8950" providerId="ADAL" clId="{29FE4DE5-1784-5BD0-9270-E96CA531BE2A}" dt="2026-02-16T21:26:08.172" v="8587" actId="208"/>
          <ac:spMkLst>
            <pc:docMk/>
            <pc:sldMk cId="3593973081" sldId="499"/>
            <ac:spMk id="30" creationId="{08BC3ACD-CDA4-BD6B-26D8-1C37B4D663D8}"/>
          </ac:spMkLst>
        </pc:spChg>
        <pc:spChg chg="add mod">
          <ac:chgData name="Bagherabadi, Arash" userId="db010379-4e96-4120-a6ea-c271978f8950" providerId="ADAL" clId="{29FE4DE5-1784-5BD0-9270-E96CA531BE2A}" dt="2026-02-16T21:27:21.560" v="8598" actId="1076"/>
          <ac:spMkLst>
            <pc:docMk/>
            <pc:sldMk cId="3593973081" sldId="499"/>
            <ac:spMk id="36" creationId="{15440ED8-4ED1-643E-3FE8-02AEC52EAEF3}"/>
          </ac:spMkLst>
        </pc:spChg>
        <pc:spChg chg="add mod">
          <ac:chgData name="Bagherabadi, Arash" userId="db010379-4e96-4120-a6ea-c271978f8950" providerId="ADAL" clId="{29FE4DE5-1784-5BD0-9270-E96CA531BE2A}" dt="2026-02-16T21:07:39.162" v="8332" actId="1076"/>
          <ac:spMkLst>
            <pc:docMk/>
            <pc:sldMk cId="3593973081" sldId="499"/>
            <ac:spMk id="37" creationId="{DEC59C9F-3C02-8FC0-52F9-539B48E81E3C}"/>
          </ac:spMkLst>
        </pc:spChg>
        <pc:spChg chg="add mod">
          <ac:chgData name="Bagherabadi, Arash" userId="db010379-4e96-4120-a6ea-c271978f8950" providerId="ADAL" clId="{29FE4DE5-1784-5BD0-9270-E96CA531BE2A}" dt="2026-02-16T21:27:39.577" v="8602" actId="14100"/>
          <ac:spMkLst>
            <pc:docMk/>
            <pc:sldMk cId="3593973081" sldId="499"/>
            <ac:spMk id="38" creationId="{15062E3C-0C5D-1F5F-C879-9B7A0295C549}"/>
          </ac:spMkLst>
        </pc:spChg>
        <pc:spChg chg="add mod">
          <ac:chgData name="Bagherabadi, Arash" userId="db010379-4e96-4120-a6ea-c271978f8950" providerId="ADAL" clId="{29FE4DE5-1784-5BD0-9270-E96CA531BE2A}" dt="2026-02-16T21:27:11.901" v="8596" actId="1076"/>
          <ac:spMkLst>
            <pc:docMk/>
            <pc:sldMk cId="3593973081" sldId="499"/>
            <ac:spMk id="44" creationId="{D2A42AE9-447A-BCCC-F022-6DBF12598E92}"/>
          </ac:spMkLst>
        </pc:spChg>
        <pc:spChg chg="add mod">
          <ac:chgData name="Bagherabadi, Arash" userId="db010379-4e96-4120-a6ea-c271978f8950" providerId="ADAL" clId="{29FE4DE5-1784-5BD0-9270-E96CA531BE2A}" dt="2026-02-16T21:27:28.883" v="8600" actId="14100"/>
          <ac:spMkLst>
            <pc:docMk/>
            <pc:sldMk cId="3593973081" sldId="499"/>
            <ac:spMk id="48" creationId="{E0E6CFBE-462C-CE4E-0F13-55599C4D2941}"/>
          </ac:spMkLst>
        </pc:spChg>
        <pc:spChg chg="add mod">
          <ac:chgData name="Bagherabadi, Arash" userId="db010379-4e96-4120-a6ea-c271978f8950" providerId="ADAL" clId="{29FE4DE5-1784-5BD0-9270-E96CA531BE2A}" dt="2026-02-16T21:26:23.030" v="8589" actId="208"/>
          <ac:spMkLst>
            <pc:docMk/>
            <pc:sldMk cId="3593973081" sldId="499"/>
            <ac:spMk id="51" creationId="{99865592-4EC8-15D8-445B-9767FDB02140}"/>
          </ac:spMkLst>
        </pc:spChg>
        <pc:spChg chg="add mod">
          <ac:chgData name="Bagherabadi, Arash" userId="db010379-4e96-4120-a6ea-c271978f8950" providerId="ADAL" clId="{29FE4DE5-1784-5BD0-9270-E96CA531BE2A}" dt="2026-02-16T21:26:20.419" v="8588" actId="208"/>
          <ac:spMkLst>
            <pc:docMk/>
            <pc:sldMk cId="3593973081" sldId="499"/>
            <ac:spMk id="52" creationId="{4ABF4BA2-C75C-170E-9C86-BAF3F2FC93D8}"/>
          </ac:spMkLst>
        </pc:spChg>
        <pc:picChg chg="add mod">
          <ac:chgData name="Bagherabadi, Arash" userId="db010379-4e96-4120-a6ea-c271978f8950" providerId="ADAL" clId="{29FE4DE5-1784-5BD0-9270-E96CA531BE2A}" dt="2026-02-16T21:28:29.620" v="8615" actId="1076"/>
          <ac:picMkLst>
            <pc:docMk/>
            <pc:sldMk cId="3593973081" sldId="499"/>
            <ac:picMk id="16" creationId="{EAFEC367-7F47-0E03-E626-51ADD14B9362}"/>
          </ac:picMkLst>
        </pc:picChg>
        <pc:picChg chg="add mod">
          <ac:chgData name="Bagherabadi, Arash" userId="db010379-4e96-4120-a6ea-c271978f8950" providerId="ADAL" clId="{29FE4DE5-1784-5BD0-9270-E96CA531BE2A}" dt="2026-02-16T21:28:18.666" v="8610" actId="1076"/>
          <ac:picMkLst>
            <pc:docMk/>
            <pc:sldMk cId="3593973081" sldId="499"/>
            <ac:picMk id="27" creationId="{2A66D5A5-A342-66DA-269B-7883532F48DC}"/>
          </ac:picMkLst>
        </pc:picChg>
        <pc:picChg chg="add mod">
          <ac:chgData name="Bagherabadi, Arash" userId="db010379-4e96-4120-a6ea-c271978f8950" providerId="ADAL" clId="{29FE4DE5-1784-5BD0-9270-E96CA531BE2A}" dt="2026-02-16T21:27:23.987" v="8599" actId="1076"/>
          <ac:picMkLst>
            <pc:docMk/>
            <pc:sldMk cId="3593973081" sldId="499"/>
            <ac:picMk id="35" creationId="{A410F882-668F-93DA-A5E6-CAE18DC8E708}"/>
          </ac:picMkLst>
        </pc:picChg>
        <pc:picChg chg="add mod">
          <ac:chgData name="Bagherabadi, Arash" userId="db010379-4e96-4120-a6ea-c271978f8950" providerId="ADAL" clId="{29FE4DE5-1784-5BD0-9270-E96CA531BE2A}" dt="2026-02-16T21:27:09.566" v="8595" actId="1076"/>
          <ac:picMkLst>
            <pc:docMk/>
            <pc:sldMk cId="3593973081" sldId="499"/>
            <ac:picMk id="43" creationId="{DC2889D2-1E0E-F2B7-5938-527DFE5B5ABC}"/>
          </ac:picMkLst>
        </pc:picChg>
        <pc:picChg chg="add mod">
          <ac:chgData name="Bagherabadi, Arash" userId="db010379-4e96-4120-a6ea-c271978f8950" providerId="ADAL" clId="{29FE4DE5-1784-5BD0-9270-E96CA531BE2A}" dt="2026-02-16T21:28:31.355" v="8616" actId="1076"/>
          <ac:picMkLst>
            <pc:docMk/>
            <pc:sldMk cId="3593973081" sldId="499"/>
            <ac:picMk id="55" creationId="{6A09B9B8-CA45-3745-3138-C5EB24651531}"/>
          </ac:picMkLst>
        </pc:picChg>
        <pc:picChg chg="add mod">
          <ac:chgData name="Bagherabadi, Arash" userId="db010379-4e96-4120-a6ea-c271978f8950" providerId="ADAL" clId="{29FE4DE5-1784-5BD0-9270-E96CA531BE2A}" dt="2026-02-16T21:28:33.801" v="8617" actId="1076"/>
          <ac:picMkLst>
            <pc:docMk/>
            <pc:sldMk cId="3593973081" sldId="499"/>
            <ac:picMk id="57" creationId="{ED108282-8E06-0701-10A8-C36FF03ADB2C}"/>
          </ac:picMkLst>
        </pc:picChg>
        <pc:picChg chg="add mod">
          <ac:chgData name="Bagherabadi, Arash" userId="db010379-4e96-4120-a6ea-c271978f8950" providerId="ADAL" clId="{29FE4DE5-1784-5BD0-9270-E96CA531BE2A}" dt="2026-02-16T21:28:39.426" v="8620" actId="1076"/>
          <ac:picMkLst>
            <pc:docMk/>
            <pc:sldMk cId="3593973081" sldId="499"/>
            <ac:picMk id="59" creationId="{50E53316-3B7A-002D-A4D6-C06E21306A1D}"/>
          </ac:picMkLst>
        </pc:picChg>
        <pc:cxnChg chg="add mod">
          <ac:chgData name="Bagherabadi, Arash" userId="db010379-4e96-4120-a6ea-c271978f8950" providerId="ADAL" clId="{29FE4DE5-1784-5BD0-9270-E96CA531BE2A}" dt="2026-02-16T21:07:02.996" v="8293" actId="1076"/>
          <ac:cxnSpMkLst>
            <pc:docMk/>
            <pc:sldMk cId="3593973081" sldId="499"/>
            <ac:cxnSpMk id="20" creationId="{9A7D9EF2-F02A-D0F9-6DC9-A7AF7DECB151}"/>
          </ac:cxnSpMkLst>
        </pc:cxnChg>
        <pc:cxnChg chg="add mod">
          <ac:chgData name="Bagherabadi, Arash" userId="db010379-4e96-4120-a6ea-c271978f8950" providerId="ADAL" clId="{29FE4DE5-1784-5BD0-9270-E96CA531BE2A}" dt="2026-02-16T21:26:47.986" v="8593" actId="14100"/>
          <ac:cxnSpMkLst>
            <pc:docMk/>
            <pc:sldMk cId="3593973081" sldId="499"/>
            <ac:cxnSpMk id="45" creationId="{D4007598-46D2-833A-8FD2-933420803C08}"/>
          </ac:cxnSpMkLst>
        </pc:cxnChg>
        <pc:cxnChg chg="add mod">
          <ac:chgData name="Bagherabadi, Arash" userId="db010379-4e96-4120-a6ea-c271978f8950" providerId="ADAL" clId="{29FE4DE5-1784-5BD0-9270-E96CA531BE2A}" dt="2026-02-16T21:24:17.973" v="8567" actId="1076"/>
          <ac:cxnSpMkLst>
            <pc:docMk/>
            <pc:sldMk cId="3593973081" sldId="499"/>
            <ac:cxnSpMk id="49" creationId="{93B8AC05-4467-CB26-6D4C-0F04DBF2C213}"/>
          </ac:cxnSpMkLst>
        </pc:cxnChg>
      </pc:sldChg>
      <pc:sldChg chg="modSp add del mod ord">
        <pc:chgData name="Bagherabadi, Arash" userId="db010379-4e96-4120-a6ea-c271978f8950" providerId="ADAL" clId="{29FE4DE5-1784-5BD0-9270-E96CA531BE2A}" dt="2025-11-25T15:28:07.539" v="5882" actId="2696"/>
        <pc:sldMkLst>
          <pc:docMk/>
          <pc:sldMk cId="220572594" sldId="500"/>
        </pc:sldMkLst>
      </pc:sldChg>
      <pc:sldChg chg="addSp delSp modSp new del mod">
        <pc:chgData name="Bagherabadi, Arash" userId="db010379-4e96-4120-a6ea-c271978f8950" providerId="ADAL" clId="{29FE4DE5-1784-5BD0-9270-E96CA531BE2A}" dt="2025-10-01T15:21:07.731" v="2491" actId="2696"/>
        <pc:sldMkLst>
          <pc:docMk/>
          <pc:sldMk cId="730667787" sldId="500"/>
        </pc:sldMkLst>
      </pc:sldChg>
      <pc:sldChg chg="modSp add del mod">
        <pc:chgData name="Bagherabadi, Arash" userId="db010379-4e96-4120-a6ea-c271978f8950" providerId="ADAL" clId="{29FE4DE5-1784-5BD0-9270-E96CA531BE2A}" dt="2025-11-24T14:24:01.972" v="5676" actId="2696"/>
        <pc:sldMkLst>
          <pc:docMk/>
          <pc:sldMk cId="3054999834" sldId="500"/>
        </pc:sldMkLst>
      </pc:sldChg>
      <pc:sldChg chg="addSp delSp modSp new del mod ord modClrScheme chgLayout">
        <pc:chgData name="Bagherabadi, Arash" userId="db010379-4e96-4120-a6ea-c271978f8950" providerId="ADAL" clId="{29FE4DE5-1784-5BD0-9270-E96CA531BE2A}" dt="2026-02-16T20:03:46.150" v="8025" actId="2696"/>
        <pc:sldMkLst>
          <pc:docMk/>
          <pc:sldMk cId="1153446056" sldId="501"/>
        </pc:sldMkLst>
      </pc:sldChg>
      <pc:sldChg chg="add">
        <pc:chgData name="Bagherabadi, Arash" userId="db010379-4e96-4120-a6ea-c271978f8950" providerId="ADAL" clId="{29FE4DE5-1784-5BD0-9270-E96CA531BE2A}" dt="2026-02-16T20:03:49.079" v="8026"/>
        <pc:sldMkLst>
          <pc:docMk/>
          <pc:sldMk cId="4184962531" sldId="501"/>
        </pc:sldMkLst>
      </pc:sldChg>
      <pc:sldChg chg="addSp delSp modSp add del mod replId modClrScheme chgLayout">
        <pc:chgData name="Bagherabadi, Arash" userId="db010379-4e96-4120-a6ea-c271978f8950" providerId="ADAL" clId="{29FE4DE5-1784-5BD0-9270-E96CA531BE2A}" dt="2025-11-24T14:24:01.967" v="5668" actId="2696"/>
        <pc:sldMkLst>
          <pc:docMk/>
          <pc:sldMk cId="4223960689" sldId="501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86" v="5692" actId="2696"/>
        <pc:sldMkLst>
          <pc:docMk/>
          <pc:sldMk cId="2505854909" sldId="502"/>
        </pc:sldMkLst>
      </pc:sldChg>
      <pc:sldChg chg="addSp delSp modSp add mod">
        <pc:chgData name="Bagherabadi, Arash" userId="db010379-4e96-4120-a6ea-c271978f8950" providerId="ADAL" clId="{29FE4DE5-1784-5BD0-9270-E96CA531BE2A}" dt="2025-11-25T17:11:04.349" v="6991" actId="1076"/>
        <pc:sldMkLst>
          <pc:docMk/>
          <pc:sldMk cId="3164567889" sldId="502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98" v="5701" actId="2696"/>
        <pc:sldMkLst>
          <pc:docMk/>
          <pc:sldMk cId="1532621952" sldId="503"/>
        </pc:sldMkLst>
      </pc:sldChg>
      <pc:sldChg chg="addSp modSp add mod">
        <pc:chgData name="Bagherabadi, Arash" userId="db010379-4e96-4120-a6ea-c271978f8950" providerId="ADAL" clId="{29FE4DE5-1784-5BD0-9270-E96CA531BE2A}" dt="2025-11-25T17:10:23.608" v="6983" actId="14100"/>
        <pc:sldMkLst>
          <pc:docMk/>
          <pc:sldMk cId="3545240539" sldId="503"/>
        </pc:sldMkLst>
      </pc:sldChg>
      <pc:sldChg chg="add del">
        <pc:chgData name="Bagherabadi, Arash" userId="db010379-4e96-4120-a6ea-c271978f8950" providerId="ADAL" clId="{29FE4DE5-1784-5BD0-9270-E96CA531BE2A}" dt="2025-11-25T15:33:58.045" v="5967" actId="2890"/>
        <pc:sldMkLst>
          <pc:docMk/>
          <pc:sldMk cId="61470599" sldId="504"/>
        </pc:sldMkLst>
      </pc:sldChg>
      <pc:sldChg chg="addSp delSp modSp add del mod ord">
        <pc:chgData name="Bagherabadi, Arash" userId="db010379-4e96-4120-a6ea-c271978f8950" providerId="ADAL" clId="{29FE4DE5-1784-5BD0-9270-E96CA531BE2A}" dt="2025-12-16T16:00:59.333" v="7492" actId="2696"/>
        <pc:sldMkLst>
          <pc:docMk/>
          <pc:sldMk cId="2016384390" sldId="504"/>
        </pc:sldMkLst>
      </pc:sldChg>
      <pc:sldChg chg="add del">
        <pc:chgData name="Bagherabadi, Arash" userId="db010379-4e96-4120-a6ea-c271978f8950" providerId="ADAL" clId="{29FE4DE5-1784-5BD0-9270-E96CA531BE2A}" dt="2025-10-22T19:15:42.733" v="4545" actId="2696"/>
        <pc:sldMkLst>
          <pc:docMk/>
          <pc:sldMk cId="2765184837" sldId="504"/>
        </pc:sldMkLst>
      </pc:sldChg>
      <pc:sldChg chg="modSp add mod">
        <pc:chgData name="Bagherabadi, Arash" userId="db010379-4e96-4120-a6ea-c271978f8950" providerId="ADAL" clId="{29FE4DE5-1784-5BD0-9270-E96CA531BE2A}" dt="2026-02-18T17:20:05.989" v="8926" actId="20577"/>
        <pc:sldMkLst>
          <pc:docMk/>
          <pc:sldMk cId="147465257" sldId="505"/>
        </pc:sldMkLst>
        <pc:spChg chg="mod">
          <ac:chgData name="Bagherabadi, Arash" userId="db010379-4e96-4120-a6ea-c271978f8950" providerId="ADAL" clId="{29FE4DE5-1784-5BD0-9270-E96CA531BE2A}" dt="2026-02-18T17:20:05.989" v="8926" actId="20577"/>
          <ac:spMkLst>
            <pc:docMk/>
            <pc:sldMk cId="147465257" sldId="505"/>
            <ac:spMk id="7" creationId="{6FC33B75-67FB-79A2-A264-1BBD25E47B29}"/>
          </ac:spMkLst>
        </pc:spChg>
      </pc:sldChg>
      <pc:sldChg chg="addSp delSp modSp add del mod ord">
        <pc:chgData name="Bagherabadi, Arash" userId="db010379-4e96-4120-a6ea-c271978f8950" providerId="ADAL" clId="{29FE4DE5-1784-5BD0-9270-E96CA531BE2A}" dt="2025-11-24T14:24:01.998" v="5702" actId="2696"/>
        <pc:sldMkLst>
          <pc:docMk/>
          <pc:sldMk cId="3555492696" sldId="505"/>
        </pc:sldMkLst>
      </pc:sldChg>
      <pc:sldChg chg="addSp delSp modSp add mod ord modClrScheme chgLayout">
        <pc:chgData name="Bagherabadi, Arash" userId="db010379-4e96-4120-a6ea-c271978f8950" providerId="ADAL" clId="{29FE4DE5-1784-5BD0-9270-E96CA531BE2A}" dt="2025-11-25T16:51:12.971" v="6698" actId="1076"/>
        <pc:sldMkLst>
          <pc:docMk/>
          <pc:sldMk cId="2057952071" sldId="506"/>
        </pc:sldMkLst>
      </pc:sldChg>
      <pc:sldChg chg="addSp delSp modSp add del mod">
        <pc:chgData name="Bagherabadi, Arash" userId="db010379-4e96-4120-a6ea-c271978f8950" providerId="ADAL" clId="{29FE4DE5-1784-5BD0-9270-E96CA531BE2A}" dt="2025-10-22T19:10:33.382" v="4531" actId="2696"/>
        <pc:sldMkLst>
          <pc:docMk/>
          <pc:sldMk cId="2204372353" sldId="506"/>
        </pc:sldMkLst>
      </pc:sldChg>
      <pc:sldChg chg="addSp delSp modSp add del mod ord modNotesTx">
        <pc:chgData name="Bagherabadi, Arash" userId="db010379-4e96-4120-a6ea-c271978f8950" providerId="ADAL" clId="{29FE4DE5-1784-5BD0-9270-E96CA531BE2A}" dt="2025-11-24T14:24:02.013" v="5728" actId="2696"/>
        <pc:sldMkLst>
          <pc:docMk/>
          <pc:sldMk cId="3139407728" sldId="506"/>
        </pc:sldMkLst>
      </pc:sldChg>
      <pc:sldChg chg="add del">
        <pc:chgData name="Bagherabadi, Arash" userId="db010379-4e96-4120-a6ea-c271978f8950" providerId="ADAL" clId="{29FE4DE5-1784-5BD0-9270-E96CA531BE2A}" dt="2025-10-22T19:10:33.382" v="4531" actId="2696"/>
        <pc:sldMkLst>
          <pc:docMk/>
          <pc:sldMk cId="74016591" sldId="507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208435421" sldId="507"/>
        </pc:sldMkLst>
      </pc:sldChg>
      <pc:sldChg chg="addSp delSp modSp add mod">
        <pc:chgData name="Bagherabadi, Arash" userId="db010379-4e96-4120-a6ea-c271978f8950" providerId="ADAL" clId="{29FE4DE5-1784-5BD0-9270-E96CA531BE2A}" dt="2025-11-25T16:51:36.578" v="6700" actId="478"/>
        <pc:sldMkLst>
          <pc:docMk/>
          <pc:sldMk cId="3166203010" sldId="507"/>
        </pc:sldMkLst>
      </pc:sldChg>
      <pc:sldChg chg="addSp delSp modSp add del mod ord setBg">
        <pc:chgData name="Bagherabadi, Arash" userId="db010379-4e96-4120-a6ea-c271978f8950" providerId="ADAL" clId="{29FE4DE5-1784-5BD0-9270-E96CA531BE2A}" dt="2025-11-24T14:24:01.963" v="5662" actId="2696"/>
        <pc:sldMkLst>
          <pc:docMk/>
          <pc:sldMk cId="3933805658" sldId="507"/>
        </pc:sldMkLst>
      </pc:sldChg>
      <pc:sldChg chg="addSp delSp modSp add mod">
        <pc:chgData name="Bagherabadi, Arash" userId="db010379-4e96-4120-a6ea-c271978f8950" providerId="ADAL" clId="{29FE4DE5-1784-5BD0-9270-E96CA531BE2A}" dt="2025-11-25T16:50:50.988" v="6697" actId="1076"/>
        <pc:sldMkLst>
          <pc:docMk/>
          <pc:sldMk cId="2245815822" sldId="508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60" v="5659" actId="2696"/>
        <pc:sldMkLst>
          <pc:docMk/>
          <pc:sldMk cId="3899735357" sldId="508"/>
        </pc:sldMkLst>
      </pc:sldChg>
      <pc:sldChg chg="addSp delSp modSp add del mod chgLayout">
        <pc:chgData name="Bagherabadi, Arash" userId="db010379-4e96-4120-a6ea-c271978f8950" providerId="ADAL" clId="{29FE4DE5-1784-5BD0-9270-E96CA531BE2A}" dt="2025-11-24T14:24:01.979" v="5686" actId="2696"/>
        <pc:sldMkLst>
          <pc:docMk/>
          <pc:sldMk cId="1640249013" sldId="509"/>
        </pc:sldMkLst>
      </pc:sldChg>
      <pc:sldChg chg="add del">
        <pc:chgData name="Bagherabadi, Arash" userId="db010379-4e96-4120-a6ea-c271978f8950" providerId="ADAL" clId="{29FE4DE5-1784-5BD0-9270-E96CA531BE2A}" dt="2025-10-22T19:10:33.382" v="4531" actId="2696"/>
        <pc:sldMkLst>
          <pc:docMk/>
          <pc:sldMk cId="2927953647" sldId="509"/>
        </pc:sldMkLst>
      </pc:sldChg>
      <pc:sldChg chg="addSp delSp modSp new del mod ord">
        <pc:chgData name="Bagherabadi, Arash" userId="db010379-4e96-4120-a6ea-c271978f8950" providerId="ADAL" clId="{29FE4DE5-1784-5BD0-9270-E96CA531BE2A}" dt="2025-11-25T17:15:16.024" v="7066" actId="2696"/>
        <pc:sldMkLst>
          <pc:docMk/>
          <pc:sldMk cId="3473022628" sldId="509"/>
        </pc:sldMkLst>
      </pc:sldChg>
      <pc:sldChg chg="addSp delSp modSp add del mod ord">
        <pc:chgData name="Bagherabadi, Arash" userId="db010379-4e96-4120-a6ea-c271978f8950" providerId="ADAL" clId="{29FE4DE5-1784-5BD0-9270-E96CA531BE2A}" dt="2025-12-16T15:16:10.229" v="7319" actId="2696"/>
        <pc:sldMkLst>
          <pc:docMk/>
          <pc:sldMk cId="705012092" sldId="510"/>
        </pc:sldMkLst>
      </pc:sldChg>
      <pc:sldChg chg="addSp delSp modSp add del mod modNotesTx">
        <pc:chgData name="Bagherabadi, Arash" userId="db010379-4e96-4120-a6ea-c271978f8950" providerId="ADAL" clId="{29FE4DE5-1784-5BD0-9270-E96CA531BE2A}" dt="2025-11-24T14:24:02.015" v="5730" actId="2696"/>
        <pc:sldMkLst>
          <pc:docMk/>
          <pc:sldMk cId="860459995" sldId="510"/>
        </pc:sldMkLst>
      </pc:sldChg>
      <pc:sldChg chg="delSp add del mod">
        <pc:chgData name="Bagherabadi, Arash" userId="db010379-4e96-4120-a6ea-c271978f8950" providerId="ADAL" clId="{29FE4DE5-1784-5BD0-9270-E96CA531BE2A}" dt="2025-10-22T19:10:33.382" v="4531" actId="2696"/>
        <pc:sldMkLst>
          <pc:docMk/>
          <pc:sldMk cId="1040605797" sldId="510"/>
        </pc:sldMkLst>
      </pc:sldChg>
      <pc:sldChg chg="add del">
        <pc:chgData name="Bagherabadi, Arash" userId="db010379-4e96-4120-a6ea-c271978f8950" providerId="ADAL" clId="{29FE4DE5-1784-5BD0-9270-E96CA531BE2A}" dt="2026-02-18T17:20:10.866" v="8927" actId="2696"/>
        <pc:sldMkLst>
          <pc:docMk/>
          <pc:sldMk cId="1893123379" sldId="510"/>
        </pc:sldMkLst>
      </pc:sldChg>
      <pc:sldChg chg="add">
        <pc:chgData name="Bagherabadi, Arash" userId="db010379-4e96-4120-a6ea-c271978f8950" providerId="ADAL" clId="{29FE4DE5-1784-5BD0-9270-E96CA531BE2A}" dt="2026-02-18T17:20:17.937" v="8928"/>
        <pc:sldMkLst>
          <pc:docMk/>
          <pc:sldMk cId="2389061470" sldId="510"/>
        </pc:sldMkLst>
      </pc:sldChg>
      <pc:sldChg chg="addSp delSp modSp add mod">
        <pc:chgData name="Bagherabadi, Arash" userId="db010379-4e96-4120-a6ea-c271978f8950" providerId="ADAL" clId="{29FE4DE5-1784-5BD0-9270-E96CA531BE2A}" dt="2025-11-25T17:12:21.730" v="7010" actId="1076"/>
        <pc:sldMkLst>
          <pc:docMk/>
          <pc:sldMk cId="3333141032" sldId="511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72" v="5675" actId="2696"/>
        <pc:sldMkLst>
          <pc:docMk/>
          <pc:sldMk cId="3583166483" sldId="511"/>
        </pc:sldMkLst>
      </pc:sldChg>
      <pc:sldChg chg="addSp delSp modSp add mod ord">
        <pc:chgData name="Bagherabadi, Arash" userId="db010379-4e96-4120-a6ea-c271978f8950" providerId="ADAL" clId="{29FE4DE5-1784-5BD0-9270-E96CA531BE2A}" dt="2025-11-25T16:58:27.694" v="6818" actId="14100"/>
        <pc:sldMkLst>
          <pc:docMk/>
          <pc:sldMk cId="989799414" sldId="512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91" v="5694" actId="2696"/>
        <pc:sldMkLst>
          <pc:docMk/>
          <pc:sldMk cId="3656058297" sldId="512"/>
        </pc:sldMkLst>
      </pc:sldChg>
      <pc:sldChg chg="addSp delSp modSp add mod ord">
        <pc:chgData name="Bagherabadi, Arash" userId="db010379-4e96-4120-a6ea-c271978f8950" providerId="ADAL" clId="{29FE4DE5-1784-5BD0-9270-E96CA531BE2A}" dt="2025-11-25T17:02:16.554" v="6860" actId="27636"/>
        <pc:sldMkLst>
          <pc:docMk/>
          <pc:sldMk cId="829511306" sldId="513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71" v="5674" actId="2696"/>
        <pc:sldMkLst>
          <pc:docMk/>
          <pc:sldMk cId="1356497013" sldId="513"/>
        </pc:sldMkLst>
      </pc:sldChg>
      <pc:sldChg chg="modSp add del mod ord">
        <pc:chgData name="Bagherabadi, Arash" userId="db010379-4e96-4120-a6ea-c271978f8950" providerId="ADAL" clId="{29FE4DE5-1784-5BD0-9270-E96CA531BE2A}" dt="2025-10-22T18:48:04.378" v="4188" actId="2696"/>
        <pc:sldMkLst>
          <pc:docMk/>
          <pc:sldMk cId="3828228246" sldId="513"/>
        </pc:sldMkLst>
      </pc:sldChg>
      <pc:sldChg chg="addSp delSp modSp add mod">
        <pc:chgData name="Bagherabadi, Arash" userId="db010379-4e96-4120-a6ea-c271978f8950" providerId="ADAL" clId="{29FE4DE5-1784-5BD0-9270-E96CA531BE2A}" dt="2025-11-25T17:02:20.978" v="6861" actId="404"/>
        <pc:sldMkLst>
          <pc:docMk/>
          <pc:sldMk cId="116899934" sldId="514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76" v="5681" actId="2696"/>
        <pc:sldMkLst>
          <pc:docMk/>
          <pc:sldMk cId="2662702904" sldId="514"/>
        </pc:sldMkLst>
      </pc:sldChg>
      <pc:sldChg chg="addSp delSp modSp new del mod modClrScheme chgLayout">
        <pc:chgData name="Bagherabadi, Arash" userId="db010379-4e96-4120-a6ea-c271978f8950" providerId="ADAL" clId="{29FE4DE5-1784-5BD0-9270-E96CA531BE2A}" dt="2025-11-25T16:53:01.371" v="6728" actId="2696"/>
        <pc:sldMkLst>
          <pc:docMk/>
          <pc:sldMk cId="2911090918" sldId="514"/>
        </pc:sldMkLst>
      </pc:sldChg>
      <pc:sldChg chg="add del">
        <pc:chgData name="Bagherabadi, Arash" userId="db010379-4e96-4120-a6ea-c271978f8950" providerId="ADAL" clId="{29FE4DE5-1784-5BD0-9270-E96CA531BE2A}" dt="2025-11-25T16:48:18.263" v="6679" actId="2696"/>
        <pc:sldMkLst>
          <pc:docMk/>
          <pc:sldMk cId="3809015431" sldId="514"/>
        </pc:sldMkLst>
      </pc:sldChg>
      <pc:sldChg chg="add del ord">
        <pc:chgData name="Bagherabadi, Arash" userId="db010379-4e96-4120-a6ea-c271978f8950" providerId="ADAL" clId="{29FE4DE5-1784-5BD0-9270-E96CA531BE2A}" dt="2025-10-22T18:59:59.806" v="4421" actId="2696"/>
        <pc:sldMkLst>
          <pc:docMk/>
          <pc:sldMk cId="1286478542" sldId="515"/>
        </pc:sldMkLst>
      </pc:sldChg>
      <pc:sldChg chg="addSp delSp modSp add mod">
        <pc:chgData name="Bagherabadi, Arash" userId="db010379-4e96-4120-a6ea-c271978f8950" providerId="ADAL" clId="{29FE4DE5-1784-5BD0-9270-E96CA531BE2A}" dt="2025-11-25T17:13:25.263" v="7019" actId="1076"/>
        <pc:sldMkLst>
          <pc:docMk/>
          <pc:sldMk cId="4125928578" sldId="515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2.012" v="5726" actId="2696"/>
        <pc:sldMkLst>
          <pc:docMk/>
          <pc:sldMk cId="387610102" sldId="516"/>
        </pc:sldMkLst>
      </pc:sldChg>
      <pc:sldChg chg="addSp delSp modSp add mod">
        <pc:chgData name="Bagherabadi, Arash" userId="db010379-4e96-4120-a6ea-c271978f8950" providerId="ADAL" clId="{29FE4DE5-1784-5BD0-9270-E96CA531BE2A}" dt="2025-11-25T17:13:57.961" v="7032" actId="1076"/>
        <pc:sldMkLst>
          <pc:docMk/>
          <pc:sldMk cId="2004412932" sldId="516"/>
        </pc:sldMkLst>
      </pc:sldChg>
      <pc:sldChg chg="addSp delSp modSp add mod">
        <pc:chgData name="Bagherabadi, Arash" userId="db010379-4e96-4120-a6ea-c271978f8950" providerId="ADAL" clId="{29FE4DE5-1784-5BD0-9270-E96CA531BE2A}" dt="2025-11-25T17:15:12.035" v="7065" actId="1076"/>
        <pc:sldMkLst>
          <pc:docMk/>
          <pc:sldMk cId="801734878" sldId="517"/>
        </pc:sldMkLst>
      </pc:sldChg>
      <pc:sldChg chg="addSp delSp modSp add del mod">
        <pc:chgData name="Bagherabadi, Arash" userId="db010379-4e96-4120-a6ea-c271978f8950" providerId="ADAL" clId="{29FE4DE5-1784-5BD0-9270-E96CA531BE2A}" dt="2025-10-22T18:59:48.060" v="4419" actId="2696"/>
        <pc:sldMkLst>
          <pc:docMk/>
          <pc:sldMk cId="3399017785" sldId="517"/>
        </pc:sldMkLst>
      </pc:sldChg>
      <pc:sldChg chg="addSp delSp modSp add mod">
        <pc:chgData name="Bagherabadi, Arash" userId="db010379-4e96-4120-a6ea-c271978f8950" providerId="ADAL" clId="{29FE4DE5-1784-5BD0-9270-E96CA531BE2A}" dt="2025-11-25T17:17:29.437" v="7084" actId="1076"/>
        <pc:sldMkLst>
          <pc:docMk/>
          <pc:sldMk cId="814119993" sldId="518"/>
        </pc:sldMkLst>
      </pc:sldChg>
      <pc:sldChg chg="modSp add del mod">
        <pc:chgData name="Bagherabadi, Arash" userId="db010379-4e96-4120-a6ea-c271978f8950" providerId="ADAL" clId="{29FE4DE5-1784-5BD0-9270-E96CA531BE2A}" dt="2025-11-24T14:24:01.981" v="5688" actId="2696"/>
        <pc:sldMkLst>
          <pc:docMk/>
          <pc:sldMk cId="2504840558" sldId="518"/>
        </pc:sldMkLst>
      </pc:sldChg>
      <pc:sldChg chg="addSp delSp modSp add mod ord modNotesTx">
        <pc:chgData name="Bagherabadi, Arash" userId="db010379-4e96-4120-a6ea-c271978f8950" providerId="ADAL" clId="{29FE4DE5-1784-5BD0-9270-E96CA531BE2A}" dt="2026-02-16T20:44:00.381" v="8091" actId="20577"/>
        <pc:sldMkLst>
          <pc:docMk/>
          <pc:sldMk cId="1634634423" sldId="519"/>
        </pc:sldMkLst>
        <pc:spChg chg="mod">
          <ac:chgData name="Bagherabadi, Arash" userId="db010379-4e96-4120-a6ea-c271978f8950" providerId="ADAL" clId="{29FE4DE5-1784-5BD0-9270-E96CA531BE2A}" dt="2026-02-16T20:04:33.641" v="8042" actId="403"/>
          <ac:spMkLst>
            <pc:docMk/>
            <pc:sldMk cId="1634634423" sldId="519"/>
            <ac:spMk id="7" creationId="{ECAA8D6B-722E-2256-174E-F35730D0AD45}"/>
          </ac:spMkLst>
        </pc:spChg>
        <pc:picChg chg="add mod">
          <ac:chgData name="Bagherabadi, Arash" userId="db010379-4e96-4120-a6ea-c271978f8950" providerId="ADAL" clId="{29FE4DE5-1784-5BD0-9270-E96CA531BE2A}" dt="2026-02-16T20:04:59.641" v="8046" actId="1076"/>
          <ac:picMkLst>
            <pc:docMk/>
            <pc:sldMk cId="1634634423" sldId="519"/>
            <ac:picMk id="2" creationId="{DBC2F073-26E4-543B-EBA9-81928CC878CC}"/>
          </ac:picMkLst>
        </pc:picChg>
      </pc:sldChg>
      <pc:sldChg chg="addSp delSp modSp add del mod ord">
        <pc:chgData name="Bagherabadi, Arash" userId="db010379-4e96-4120-a6ea-c271978f8950" providerId="ADAL" clId="{29FE4DE5-1784-5BD0-9270-E96CA531BE2A}" dt="2025-11-24T14:24:01.986" v="5691" actId="2696"/>
        <pc:sldMkLst>
          <pc:docMk/>
          <pc:sldMk cId="3845034398" sldId="519"/>
        </pc:sldMkLst>
      </pc:sldChg>
      <pc:sldChg chg="delSp modSp new mod">
        <pc:chgData name="Bagherabadi, Arash" userId="db010379-4e96-4120-a6ea-c271978f8950" providerId="ADAL" clId="{29FE4DE5-1784-5BD0-9270-E96CA531BE2A}" dt="2025-12-16T15:05:46.739" v="7167" actId="478"/>
        <pc:sldMkLst>
          <pc:docMk/>
          <pc:sldMk cId="2177647013" sldId="520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2253266520" sldId="520"/>
        </pc:sldMkLst>
      </pc:sldChg>
      <pc:sldChg chg="addSp delSp modSp add del mod setBg">
        <pc:chgData name="Bagherabadi, Arash" userId="db010379-4e96-4120-a6ea-c271978f8950" providerId="ADAL" clId="{29FE4DE5-1784-5BD0-9270-E96CA531BE2A}" dt="2025-11-24T14:24:02.007" v="5720" actId="2696"/>
        <pc:sldMkLst>
          <pc:docMk/>
          <pc:sldMk cId="3068084387" sldId="520"/>
        </pc:sldMkLst>
      </pc:sldChg>
      <pc:sldChg chg="add del">
        <pc:chgData name="Bagherabadi, Arash" userId="db010379-4e96-4120-a6ea-c271978f8950" providerId="ADAL" clId="{29FE4DE5-1784-5BD0-9270-E96CA531BE2A}" dt="2025-10-22T21:27:52.971" v="5084" actId="2696"/>
        <pc:sldMkLst>
          <pc:docMk/>
          <pc:sldMk cId="2554480806" sldId="521"/>
        </pc:sldMkLst>
      </pc:sldChg>
      <pc:sldChg chg="addSp delSp modSp add del mod">
        <pc:chgData name="Bagherabadi, Arash" userId="db010379-4e96-4120-a6ea-c271978f8950" providerId="ADAL" clId="{29FE4DE5-1784-5BD0-9270-E96CA531BE2A}" dt="2026-02-16T20:03:02.768" v="8012" actId="2696"/>
        <pc:sldMkLst>
          <pc:docMk/>
          <pc:sldMk cId="3424221011" sldId="521"/>
        </pc:sldMkLst>
      </pc:sldChg>
      <pc:sldChg chg="addSp delSp modSp add del">
        <pc:chgData name="Bagherabadi, Arash" userId="db010379-4e96-4120-a6ea-c271978f8950" providerId="ADAL" clId="{29FE4DE5-1784-5BD0-9270-E96CA531BE2A}" dt="2026-02-16T20:03:02.775" v="8013" actId="2696"/>
        <pc:sldMkLst>
          <pc:docMk/>
          <pc:sldMk cId="1298089" sldId="522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58" v="5657" actId="2696"/>
        <pc:sldMkLst>
          <pc:docMk/>
          <pc:sldMk cId="664136254" sldId="522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91" v="5695" actId="2696"/>
        <pc:sldMkLst>
          <pc:docMk/>
          <pc:sldMk cId="1776051528" sldId="523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2179024067" sldId="523"/>
        </pc:sldMkLst>
      </pc:sldChg>
      <pc:sldChg chg="modSp add del">
        <pc:chgData name="Bagherabadi, Arash" userId="db010379-4e96-4120-a6ea-c271978f8950" providerId="ADAL" clId="{29FE4DE5-1784-5BD0-9270-E96CA531BE2A}" dt="2026-02-16T20:03:02.781" v="8014" actId="2696"/>
        <pc:sldMkLst>
          <pc:docMk/>
          <pc:sldMk cId="4149172178" sldId="523"/>
        </pc:sldMkLst>
      </pc:sldChg>
      <pc:sldChg chg="add del">
        <pc:chgData name="Bagherabadi, Arash" userId="db010379-4e96-4120-a6ea-c271978f8950" providerId="ADAL" clId="{29FE4DE5-1784-5BD0-9270-E96CA531BE2A}" dt="2025-12-16T15:47:53.059" v="7459" actId="2696"/>
        <pc:sldMkLst>
          <pc:docMk/>
          <pc:sldMk cId="3643693148" sldId="524"/>
        </pc:sldMkLst>
      </pc:sldChg>
      <pc:sldChg chg="addSp modSp add del mod setBg">
        <pc:chgData name="Bagherabadi, Arash" userId="db010379-4e96-4120-a6ea-c271978f8950" providerId="ADAL" clId="{29FE4DE5-1784-5BD0-9270-E96CA531BE2A}" dt="2025-11-24T14:24:02.005" v="5716" actId="2696"/>
        <pc:sldMkLst>
          <pc:docMk/>
          <pc:sldMk cId="3960324217" sldId="524"/>
        </pc:sldMkLst>
      </pc:sldChg>
      <pc:sldChg chg="addSp delSp modSp add del mod ord modClrScheme chgLayout">
        <pc:chgData name="Bagherabadi, Arash" userId="db010379-4e96-4120-a6ea-c271978f8950" providerId="ADAL" clId="{29FE4DE5-1784-5BD0-9270-E96CA531BE2A}" dt="2026-02-16T20:03:46.150" v="8025" actId="2696"/>
        <pc:sldMkLst>
          <pc:docMk/>
          <pc:sldMk cId="1150531601" sldId="525"/>
        </pc:sldMkLst>
      </pc:sldChg>
      <pc:sldChg chg="add">
        <pc:chgData name="Bagherabadi, Arash" userId="db010379-4e96-4120-a6ea-c271978f8950" providerId="ADAL" clId="{29FE4DE5-1784-5BD0-9270-E96CA531BE2A}" dt="2026-02-16T20:03:49.079" v="8026"/>
        <pc:sldMkLst>
          <pc:docMk/>
          <pc:sldMk cId="1736008957" sldId="525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78" v="5684" actId="2696"/>
        <pc:sldMkLst>
          <pc:docMk/>
          <pc:sldMk cId="3500376812" sldId="525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3912451286" sldId="525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134084357" sldId="526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69" v="5671" actId="2696"/>
        <pc:sldMkLst>
          <pc:docMk/>
          <pc:sldMk cId="1755469264" sldId="526"/>
        </pc:sldMkLst>
      </pc:sldChg>
      <pc:sldChg chg="add">
        <pc:chgData name="Bagherabadi, Arash" userId="db010379-4e96-4120-a6ea-c271978f8950" providerId="ADAL" clId="{29FE4DE5-1784-5BD0-9270-E96CA531BE2A}" dt="2026-02-16T20:03:49.079" v="8026"/>
        <pc:sldMkLst>
          <pc:docMk/>
          <pc:sldMk cId="2515325105" sldId="526"/>
        </pc:sldMkLst>
      </pc:sldChg>
      <pc:sldChg chg="addSp delSp modSp add del mod ord">
        <pc:chgData name="Bagherabadi, Arash" userId="db010379-4e96-4120-a6ea-c271978f8950" providerId="ADAL" clId="{29FE4DE5-1784-5BD0-9270-E96CA531BE2A}" dt="2026-02-16T20:03:46.150" v="8025" actId="2696"/>
        <pc:sldMkLst>
          <pc:docMk/>
          <pc:sldMk cId="2771409833" sldId="526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78" v="5683" actId="2696"/>
        <pc:sldMkLst>
          <pc:docMk/>
          <pc:sldMk cId="1694495091" sldId="527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2194735249" sldId="527"/>
        </pc:sldMkLst>
      </pc:sldChg>
      <pc:sldChg chg="addSp delSp modSp add del mod ord">
        <pc:chgData name="Bagherabadi, Arash" userId="db010379-4e96-4120-a6ea-c271978f8950" providerId="ADAL" clId="{29FE4DE5-1784-5BD0-9270-E96CA531BE2A}" dt="2026-02-18T16:23:03.791" v="8887" actId="2696"/>
        <pc:sldMkLst>
          <pc:docMk/>
          <pc:sldMk cId="2891610369" sldId="527"/>
        </pc:sldMkLst>
      </pc:sldChg>
      <pc:sldChg chg="addSp delSp modSp add mod">
        <pc:chgData name="Bagherabadi, Arash" userId="db010379-4e96-4120-a6ea-c271978f8950" providerId="ADAL" clId="{29FE4DE5-1784-5BD0-9270-E96CA531BE2A}" dt="2026-02-18T16:24:49.142" v="8890" actId="21"/>
        <pc:sldMkLst>
          <pc:docMk/>
          <pc:sldMk cId="3571639936" sldId="527"/>
        </pc:sldMkLst>
        <pc:picChg chg="add del mod">
          <ac:chgData name="Bagherabadi, Arash" userId="db010379-4e96-4120-a6ea-c271978f8950" providerId="ADAL" clId="{29FE4DE5-1784-5BD0-9270-E96CA531BE2A}" dt="2026-02-18T16:24:49.142" v="8890" actId="21"/>
          <ac:picMkLst>
            <pc:docMk/>
            <pc:sldMk cId="3571639936" sldId="527"/>
            <ac:picMk id="6" creationId="{4F68D457-FAEA-EF8D-CBFC-4F7EB8BBE7DB}"/>
          </ac:picMkLst>
        </pc:picChg>
      </pc:sldChg>
      <pc:sldChg chg="addSp delSp modSp add del mod">
        <pc:chgData name="Bagherabadi, Arash" userId="db010379-4e96-4120-a6ea-c271978f8950" providerId="ADAL" clId="{29FE4DE5-1784-5BD0-9270-E96CA531BE2A}" dt="2026-02-16T20:03:12.440" v="8019" actId="2696"/>
        <pc:sldMkLst>
          <pc:docMk/>
          <pc:sldMk cId="1136037470" sldId="528"/>
        </pc:sldMkLst>
      </pc:sldChg>
      <pc:sldChg chg="addSp modSp add del mod setBg">
        <pc:chgData name="Bagherabadi, Arash" userId="db010379-4e96-4120-a6ea-c271978f8950" providerId="ADAL" clId="{29FE4DE5-1784-5BD0-9270-E96CA531BE2A}" dt="2025-11-24T14:24:02" v="5705" actId="2696"/>
        <pc:sldMkLst>
          <pc:docMk/>
          <pc:sldMk cId="2123763868" sldId="528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4268346773" sldId="528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711966608" sldId="529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59" v="5658" actId="2696"/>
        <pc:sldMkLst>
          <pc:docMk/>
          <pc:sldMk cId="1632423644" sldId="529"/>
        </pc:sldMkLst>
      </pc:sldChg>
      <pc:sldChg chg="add del">
        <pc:chgData name="Bagherabadi, Arash" userId="db010379-4e96-4120-a6ea-c271978f8950" providerId="ADAL" clId="{29FE4DE5-1784-5BD0-9270-E96CA531BE2A}" dt="2026-02-16T20:03:46.150" v="8025" actId="2696"/>
        <pc:sldMkLst>
          <pc:docMk/>
          <pc:sldMk cId="1660377878" sldId="529"/>
        </pc:sldMkLst>
      </pc:sldChg>
      <pc:sldChg chg="add">
        <pc:chgData name="Bagherabadi, Arash" userId="db010379-4e96-4120-a6ea-c271978f8950" providerId="ADAL" clId="{29FE4DE5-1784-5BD0-9270-E96CA531BE2A}" dt="2026-02-16T20:03:49.079" v="8026"/>
        <pc:sldMkLst>
          <pc:docMk/>
          <pc:sldMk cId="2502818939" sldId="529"/>
        </pc:sldMkLst>
      </pc:sldChg>
      <pc:sldChg chg="addSp delSp modSp add del mod">
        <pc:chgData name="Bagherabadi, Arash" userId="db010379-4e96-4120-a6ea-c271978f8950" providerId="ADAL" clId="{29FE4DE5-1784-5BD0-9270-E96CA531BE2A}" dt="2026-02-16T20:03:12.454" v="8023" actId="2696"/>
        <pc:sldMkLst>
          <pc:docMk/>
          <pc:sldMk cId="209977707" sldId="530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735171242" sldId="530"/>
        </pc:sldMkLst>
      </pc:sldChg>
      <pc:sldChg chg="addSp modSp add del mod setBg">
        <pc:chgData name="Bagherabadi, Arash" userId="db010379-4e96-4120-a6ea-c271978f8950" providerId="ADAL" clId="{29FE4DE5-1784-5BD0-9270-E96CA531BE2A}" dt="2025-11-24T14:24:01.964" v="5663" actId="2696"/>
        <pc:sldMkLst>
          <pc:docMk/>
          <pc:sldMk cId="1502221663" sldId="530"/>
        </pc:sldMkLst>
      </pc:sldChg>
      <pc:sldChg chg="addSp delSp modSp add del mod ord">
        <pc:chgData name="Bagherabadi, Arash" userId="db010379-4e96-4120-a6ea-c271978f8950" providerId="ADAL" clId="{29FE4DE5-1784-5BD0-9270-E96CA531BE2A}" dt="2026-02-16T20:03:12.436" v="8016" actId="2696"/>
        <pc:sldMkLst>
          <pc:docMk/>
          <pc:sldMk cId="317056670" sldId="531"/>
        </pc:sldMkLst>
      </pc:sldChg>
      <pc:sldChg chg="add del setBg">
        <pc:chgData name="Bagherabadi, Arash" userId="db010379-4e96-4120-a6ea-c271978f8950" providerId="ADAL" clId="{29FE4DE5-1784-5BD0-9270-E96CA531BE2A}" dt="2025-10-22T22:10:22.891" v="5140"/>
        <pc:sldMkLst>
          <pc:docMk/>
          <pc:sldMk cId="1238305648" sldId="531"/>
        </pc:sldMkLst>
      </pc:sldChg>
      <pc:sldChg chg="addSp modSp add del mod ord setBg">
        <pc:chgData name="Bagherabadi, Arash" userId="db010379-4e96-4120-a6ea-c271978f8950" providerId="ADAL" clId="{29FE4DE5-1784-5BD0-9270-E96CA531BE2A}" dt="2025-11-24T14:24:01.961" v="5660" actId="2696"/>
        <pc:sldMkLst>
          <pc:docMk/>
          <pc:sldMk cId="3492597571" sldId="531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2.001" v="5706" actId="2696"/>
        <pc:sldMkLst>
          <pc:docMk/>
          <pc:sldMk cId="1079163541" sldId="532"/>
        </pc:sldMkLst>
      </pc:sldChg>
      <pc:sldChg chg="addSp delSp modSp add del mod">
        <pc:chgData name="Bagherabadi, Arash" userId="db010379-4e96-4120-a6ea-c271978f8950" providerId="ADAL" clId="{29FE4DE5-1784-5BD0-9270-E96CA531BE2A}" dt="2026-02-16T20:03:12.441" v="8020" actId="2696"/>
        <pc:sldMkLst>
          <pc:docMk/>
          <pc:sldMk cId="3470400397" sldId="532"/>
        </pc:sldMkLst>
      </pc:sldChg>
      <pc:sldChg chg="addSp delSp modSp new del mod ord">
        <pc:chgData name="Bagherabadi, Arash" userId="db010379-4e96-4120-a6ea-c271978f8950" providerId="ADAL" clId="{29FE4DE5-1784-5BD0-9270-E96CA531BE2A}" dt="2025-10-22T20:30:19.003" v="4914" actId="2696"/>
        <pc:sldMkLst>
          <pc:docMk/>
          <pc:sldMk cId="3558695513" sldId="532"/>
        </pc:sldMkLst>
      </pc:sldChg>
      <pc:sldChg chg="addSp delSp modSp add del mod">
        <pc:chgData name="Bagherabadi, Arash" userId="db010379-4e96-4120-a6ea-c271978f8950" providerId="ADAL" clId="{29FE4DE5-1784-5BD0-9270-E96CA531BE2A}" dt="2025-12-16T17:22:11.019" v="7770" actId="2696"/>
        <pc:sldMkLst>
          <pc:docMk/>
          <pc:sldMk cId="4118985711" sldId="532"/>
        </pc:sldMkLst>
      </pc:sldChg>
      <pc:sldChg chg="addSp delSp modSp add del mod ord">
        <pc:chgData name="Bagherabadi, Arash" userId="db010379-4e96-4120-a6ea-c271978f8950" providerId="ADAL" clId="{29FE4DE5-1784-5BD0-9270-E96CA531BE2A}" dt="2026-02-16T20:03:12.442" v="8021" actId="2696"/>
        <pc:sldMkLst>
          <pc:docMk/>
          <pc:sldMk cId="702194328" sldId="533"/>
        </pc:sldMkLst>
      </pc:sldChg>
      <pc:sldChg chg="add del">
        <pc:chgData name="Bagherabadi, Arash" userId="db010379-4e96-4120-a6ea-c271978f8950" providerId="ADAL" clId="{29FE4DE5-1784-5BD0-9270-E96CA531BE2A}" dt="2025-11-24T14:24:01.999" v="5704" actId="2696"/>
        <pc:sldMkLst>
          <pc:docMk/>
          <pc:sldMk cId="4169955352" sldId="533"/>
        </pc:sldMkLst>
      </pc:sldChg>
      <pc:sldChg chg="addSp delSp modSp add del mod modNotesTx">
        <pc:chgData name="Bagherabadi, Arash" userId="db010379-4e96-4120-a6ea-c271978f8950" providerId="ADAL" clId="{29FE4DE5-1784-5BD0-9270-E96CA531BE2A}" dt="2026-02-16T20:03:12.438" v="8017" actId="2696"/>
        <pc:sldMkLst>
          <pc:docMk/>
          <pc:sldMk cId="953187775" sldId="534"/>
        </pc:sldMkLst>
      </pc:sldChg>
      <pc:sldChg chg="addSp delSp modSp add del mod ord">
        <pc:chgData name="Bagherabadi, Arash" userId="db010379-4e96-4120-a6ea-c271978f8950" providerId="ADAL" clId="{29FE4DE5-1784-5BD0-9270-E96CA531BE2A}" dt="2025-10-22T20:37:38.435" v="4978" actId="2696"/>
        <pc:sldMkLst>
          <pc:docMk/>
          <pc:sldMk cId="3220593278" sldId="534"/>
        </pc:sldMkLst>
      </pc:sldChg>
      <pc:sldChg chg="addSp delSp modSp add del mod">
        <pc:chgData name="Bagherabadi, Arash" userId="db010379-4e96-4120-a6ea-c271978f8950" providerId="ADAL" clId="{29FE4DE5-1784-5BD0-9270-E96CA531BE2A}" dt="2025-10-22T20:37:38.925" v="4979" actId="2696"/>
        <pc:sldMkLst>
          <pc:docMk/>
          <pc:sldMk cId="1671648031" sldId="535"/>
        </pc:sldMkLst>
      </pc:sldChg>
      <pc:sldChg chg="addSp delSp modSp add del mod">
        <pc:chgData name="Bagherabadi, Arash" userId="db010379-4e96-4120-a6ea-c271978f8950" providerId="ADAL" clId="{29FE4DE5-1784-5BD0-9270-E96CA531BE2A}" dt="2026-02-16T20:03:12.439" v="8018" actId="2696"/>
        <pc:sldMkLst>
          <pc:docMk/>
          <pc:sldMk cId="1867890517" sldId="535"/>
        </pc:sldMkLst>
      </pc:sldChg>
      <pc:sldChg chg="delSp add del mod ord">
        <pc:chgData name="Bagherabadi, Arash" userId="db010379-4e96-4120-a6ea-c271978f8950" providerId="ADAL" clId="{29FE4DE5-1784-5BD0-9270-E96CA531BE2A}" dt="2025-11-24T14:24:01.969" v="5672" actId="2696"/>
        <pc:sldMkLst>
          <pc:docMk/>
          <pc:sldMk cId="99778261" sldId="536"/>
        </pc:sldMkLst>
      </pc:sldChg>
      <pc:sldChg chg="add del">
        <pc:chgData name="Bagherabadi, Arash" userId="db010379-4e96-4120-a6ea-c271978f8950" providerId="ADAL" clId="{29FE4DE5-1784-5BD0-9270-E96CA531BE2A}" dt="2025-12-16T21:27:08.241" v="7966" actId="2696"/>
        <pc:sldMkLst>
          <pc:docMk/>
          <pc:sldMk cId="3712647290" sldId="536"/>
        </pc:sldMkLst>
      </pc:sldChg>
      <pc:sldChg chg="addSp modSp add del">
        <pc:chgData name="Bagherabadi, Arash" userId="db010379-4e96-4120-a6ea-c271978f8950" providerId="ADAL" clId="{29FE4DE5-1784-5BD0-9270-E96CA531BE2A}" dt="2025-10-22T20:37:39.327" v="4980" actId="2696"/>
        <pc:sldMkLst>
          <pc:docMk/>
          <pc:sldMk cId="2832623320" sldId="537"/>
        </pc:sldMkLst>
      </pc:sldChg>
      <pc:sldChg chg="addSp delSp modSp add del mod">
        <pc:chgData name="Bagherabadi, Arash" userId="db010379-4e96-4120-a6ea-c271978f8950" providerId="ADAL" clId="{29FE4DE5-1784-5BD0-9270-E96CA531BE2A}" dt="2026-02-16T20:03:12.434" v="8015" actId="2696"/>
        <pc:sldMkLst>
          <pc:docMk/>
          <pc:sldMk cId="3137711870" sldId="537"/>
        </pc:sldMkLst>
      </pc:sldChg>
      <pc:sldChg chg="addSp delSp modSp add del mod ord">
        <pc:chgData name="Bagherabadi, Arash" userId="db010379-4e96-4120-a6ea-c271978f8950" providerId="ADAL" clId="{29FE4DE5-1784-5BD0-9270-E96CA531BE2A}" dt="2025-10-22T20:37:37.709" v="4976" actId="2696"/>
        <pc:sldMkLst>
          <pc:docMk/>
          <pc:sldMk cId="1566758530" sldId="538"/>
        </pc:sldMkLst>
      </pc:sldChg>
      <pc:sldChg chg="addSp delSp modSp add del mod">
        <pc:chgData name="Bagherabadi, Arash" userId="db010379-4e96-4120-a6ea-c271978f8950" providerId="ADAL" clId="{29FE4DE5-1784-5BD0-9270-E96CA531BE2A}" dt="2026-02-16T20:03:12.448" v="8022" actId="2696"/>
        <pc:sldMkLst>
          <pc:docMk/>
          <pc:sldMk cId="3061323513" sldId="538"/>
        </pc:sldMkLst>
      </pc:sldChg>
      <pc:sldChg chg="add">
        <pc:chgData name="Bagherabadi, Arash" userId="db010379-4e96-4120-a6ea-c271978f8950" providerId="ADAL" clId="{29FE4DE5-1784-5BD0-9270-E96CA531BE2A}" dt="2026-02-16T20:03:49.079" v="8026"/>
        <pc:sldMkLst>
          <pc:docMk/>
          <pc:sldMk cId="2039033260" sldId="539"/>
        </pc:sldMkLst>
      </pc:sldChg>
      <pc:sldChg chg="add del">
        <pc:chgData name="Bagherabadi, Arash" userId="db010379-4e96-4120-a6ea-c271978f8950" providerId="ADAL" clId="{29FE4DE5-1784-5BD0-9270-E96CA531BE2A}" dt="2025-11-24T14:24:02.008" v="5722" actId="2696"/>
        <pc:sldMkLst>
          <pc:docMk/>
          <pc:sldMk cId="3064884808" sldId="539"/>
        </pc:sldMkLst>
      </pc:sldChg>
      <pc:sldChg chg="add del">
        <pc:chgData name="Bagherabadi, Arash" userId="db010379-4e96-4120-a6ea-c271978f8950" providerId="ADAL" clId="{29FE4DE5-1784-5BD0-9270-E96CA531BE2A}" dt="2026-02-16T20:03:46.150" v="8025" actId="2696"/>
        <pc:sldMkLst>
          <pc:docMk/>
          <pc:sldMk cId="4205676975" sldId="539"/>
        </pc:sldMkLst>
      </pc:sldChg>
      <pc:sldChg chg="addSp modSp add del">
        <pc:chgData name="Bagherabadi, Arash" userId="db010379-4e96-4120-a6ea-c271978f8950" providerId="ADAL" clId="{29FE4DE5-1784-5BD0-9270-E96CA531BE2A}" dt="2025-11-24T14:24:02.013" v="5729" actId="2696"/>
        <pc:sldMkLst>
          <pc:docMk/>
          <pc:sldMk cId="1362013886" sldId="540"/>
        </pc:sldMkLst>
      </pc:sldChg>
      <pc:sldChg chg="addSp delSp modSp add mod modNotesTx">
        <pc:chgData name="Bagherabadi, Arash" userId="db010379-4e96-4120-a6ea-c271978f8950" providerId="ADAL" clId="{29FE4DE5-1784-5BD0-9270-E96CA531BE2A}" dt="2026-02-16T21:19:47.636" v="8531" actId="1076"/>
        <pc:sldMkLst>
          <pc:docMk/>
          <pc:sldMk cId="1582858304" sldId="540"/>
        </pc:sldMkLst>
        <pc:spChg chg="add mod">
          <ac:chgData name="Bagherabadi, Arash" userId="db010379-4e96-4120-a6ea-c271978f8950" providerId="ADAL" clId="{29FE4DE5-1784-5BD0-9270-E96CA531BE2A}" dt="2026-02-16T21:19:19.839" v="8525" actId="1076"/>
          <ac:spMkLst>
            <pc:docMk/>
            <pc:sldMk cId="1582858304" sldId="540"/>
            <ac:spMk id="10" creationId="{34E3EE49-9EEA-AC2E-C031-5712D6845601}"/>
          </ac:spMkLst>
        </pc:spChg>
        <pc:picChg chg="add mod">
          <ac:chgData name="Bagherabadi, Arash" userId="db010379-4e96-4120-a6ea-c271978f8950" providerId="ADAL" clId="{29FE4DE5-1784-5BD0-9270-E96CA531BE2A}" dt="2026-02-16T21:19:47.636" v="8531" actId="1076"/>
          <ac:picMkLst>
            <pc:docMk/>
            <pc:sldMk cId="1582858304" sldId="540"/>
            <ac:picMk id="5" creationId="{6A115F5E-4ACD-7E34-DFA5-C5938F21D37C}"/>
          </ac:picMkLst>
        </pc:picChg>
      </pc:sldChg>
      <pc:sldChg chg="addSp delSp modSp add mod ord modNotesTx">
        <pc:chgData name="Bagherabadi, Arash" userId="db010379-4e96-4120-a6ea-c271978f8950" providerId="ADAL" clId="{29FE4DE5-1784-5BD0-9270-E96CA531BE2A}" dt="2026-02-18T16:25:54.210" v="8895" actId="20578"/>
        <pc:sldMkLst>
          <pc:docMk/>
          <pc:sldMk cId="237565175" sldId="541"/>
        </pc:sldMkLst>
        <pc:spChg chg="add mod">
          <ac:chgData name="Bagherabadi, Arash" userId="db010379-4e96-4120-a6ea-c271978f8950" providerId="ADAL" clId="{29FE4DE5-1784-5BD0-9270-E96CA531BE2A}" dt="2026-02-18T16:19:53.733" v="8858" actId="14100"/>
          <ac:spMkLst>
            <pc:docMk/>
            <pc:sldMk cId="237565175" sldId="541"/>
            <ac:spMk id="6" creationId="{F160449C-E6CC-FC09-E4A6-2D34932945C6}"/>
          </ac:spMkLst>
        </pc:spChg>
        <pc:spChg chg="add mod">
          <ac:chgData name="Bagherabadi, Arash" userId="db010379-4e96-4120-a6ea-c271978f8950" providerId="ADAL" clId="{29FE4DE5-1784-5BD0-9270-E96CA531BE2A}" dt="2026-02-18T16:20:49.062" v="8868" actId="1076"/>
          <ac:spMkLst>
            <pc:docMk/>
            <pc:sldMk cId="237565175" sldId="541"/>
            <ac:spMk id="7" creationId="{603830D3-BBEE-6818-5BE3-F07C77DC01DB}"/>
          </ac:spMkLst>
        </pc:spChg>
        <pc:spChg chg="add del mod">
          <ac:chgData name="Bagherabadi, Arash" userId="db010379-4e96-4120-a6ea-c271978f8950" providerId="ADAL" clId="{29FE4DE5-1784-5BD0-9270-E96CA531BE2A}" dt="2026-02-18T16:20:49.062" v="8868" actId="1076"/>
          <ac:spMkLst>
            <pc:docMk/>
            <pc:sldMk cId="237565175" sldId="541"/>
            <ac:spMk id="8" creationId="{C2E05DB3-C07C-842A-CEF7-35304F07F812}"/>
          </ac:spMkLst>
        </pc:spChg>
        <pc:spChg chg="add mod">
          <ac:chgData name="Bagherabadi, Arash" userId="db010379-4e96-4120-a6ea-c271978f8950" providerId="ADAL" clId="{29FE4DE5-1784-5BD0-9270-E96CA531BE2A}" dt="2026-02-18T16:22:01.838" v="8886" actId="2711"/>
          <ac:spMkLst>
            <pc:docMk/>
            <pc:sldMk cId="237565175" sldId="541"/>
            <ac:spMk id="10" creationId="{D98A26D8-EAE9-3133-147E-EDDDCD368C65}"/>
          </ac:spMkLst>
        </pc:spChg>
        <pc:spChg chg="add del mod">
          <ac:chgData name="Bagherabadi, Arash" userId="db010379-4e96-4120-a6ea-c271978f8950" providerId="ADAL" clId="{29FE4DE5-1784-5BD0-9270-E96CA531BE2A}" dt="2026-02-18T15:32:27.485" v="8829" actId="478"/>
          <ac:spMkLst>
            <pc:docMk/>
            <pc:sldMk cId="237565175" sldId="541"/>
            <ac:spMk id="16" creationId="{63755722-15A5-C10E-08DA-64A413819D21}"/>
          </ac:spMkLst>
        </pc:spChg>
        <pc:picChg chg="add del mod">
          <ac:chgData name="Bagherabadi, Arash" userId="db010379-4e96-4120-a6ea-c271978f8950" providerId="ADAL" clId="{29FE4DE5-1784-5BD0-9270-E96CA531BE2A}" dt="2026-02-18T15:32:48.073" v="8837" actId="478"/>
          <ac:picMkLst>
            <pc:docMk/>
            <pc:sldMk cId="237565175" sldId="541"/>
            <ac:picMk id="2" creationId="{3DAEBD6E-9E75-183D-9F4D-2394E7DD76D3}"/>
          </ac:picMkLst>
        </pc:picChg>
        <pc:picChg chg="add del mod">
          <ac:chgData name="Bagherabadi, Arash" userId="db010379-4e96-4120-a6ea-c271978f8950" providerId="ADAL" clId="{29FE4DE5-1784-5BD0-9270-E96CA531BE2A}" dt="2026-02-18T16:13:57.640" v="8854" actId="478"/>
          <ac:picMkLst>
            <pc:docMk/>
            <pc:sldMk cId="237565175" sldId="541"/>
            <ac:picMk id="3" creationId="{4DD5AFF8-002D-D221-3422-964E4E4E43EF}"/>
          </ac:picMkLst>
        </pc:picChg>
        <pc:picChg chg="add del mod">
          <ac:chgData name="Bagherabadi, Arash" userId="db010379-4e96-4120-a6ea-c271978f8950" providerId="ADAL" clId="{29FE4DE5-1784-5BD0-9270-E96CA531BE2A}" dt="2026-02-18T15:32:22.383" v="8826" actId="478"/>
          <ac:picMkLst>
            <pc:docMk/>
            <pc:sldMk cId="237565175" sldId="541"/>
            <ac:picMk id="5" creationId="{4BB537B5-1BC5-EBD2-B80D-16E6CF2459D3}"/>
          </ac:picMkLst>
        </pc:picChg>
        <pc:picChg chg="add mod">
          <ac:chgData name="Bagherabadi, Arash" userId="db010379-4e96-4120-a6ea-c271978f8950" providerId="ADAL" clId="{29FE4DE5-1784-5BD0-9270-E96CA531BE2A}" dt="2026-02-18T16:19:35.268" v="8855"/>
          <ac:picMkLst>
            <pc:docMk/>
            <pc:sldMk cId="237565175" sldId="541"/>
            <ac:picMk id="5" creationId="{E9A96793-0897-1DAE-1937-B5AD29E0D67F}"/>
          </ac:picMkLst>
        </pc:picChg>
        <pc:picChg chg="add del mod">
          <ac:chgData name="Bagherabadi, Arash" userId="db010379-4e96-4120-a6ea-c271978f8950" providerId="ADAL" clId="{29FE4DE5-1784-5BD0-9270-E96CA531BE2A}" dt="2026-02-18T16:12:24.532" v="8842" actId="478"/>
          <ac:picMkLst>
            <pc:docMk/>
            <pc:sldMk cId="237565175" sldId="541"/>
            <ac:picMk id="6" creationId="{62007828-504B-B612-044B-B7F6264E51C0}"/>
          </ac:picMkLst>
        </pc:picChg>
        <pc:inkChg chg="add del">
          <ac:chgData name="Bagherabadi, Arash" userId="db010379-4e96-4120-a6ea-c271978f8950" providerId="ADAL" clId="{29FE4DE5-1784-5BD0-9270-E96CA531BE2A}" dt="2026-02-18T15:32:27.485" v="8829" actId="478"/>
          <ac:inkMkLst>
            <pc:docMk/>
            <pc:sldMk cId="237565175" sldId="541"/>
            <ac:inkMk id="12" creationId="{DB28F9DC-4615-F571-E225-12B4EDDFDF15}"/>
          </ac:inkMkLst>
        </pc:inkChg>
        <pc:inkChg chg="add del">
          <ac:chgData name="Bagherabadi, Arash" userId="db010379-4e96-4120-a6ea-c271978f8950" providerId="ADAL" clId="{29FE4DE5-1784-5BD0-9270-E96CA531BE2A}" dt="2026-02-18T15:32:27.485" v="8829" actId="478"/>
          <ac:inkMkLst>
            <pc:docMk/>
            <pc:sldMk cId="237565175" sldId="541"/>
            <ac:inkMk id="13" creationId="{B0607F58-1CB6-FB36-2F48-A133F17D1F8F}"/>
          </ac:inkMkLst>
        </pc:inkChg>
        <pc:inkChg chg="add del">
          <ac:chgData name="Bagherabadi, Arash" userId="db010379-4e96-4120-a6ea-c271978f8950" providerId="ADAL" clId="{29FE4DE5-1784-5BD0-9270-E96CA531BE2A}" dt="2026-02-18T15:32:27.485" v="8829" actId="478"/>
          <ac:inkMkLst>
            <pc:docMk/>
            <pc:sldMk cId="237565175" sldId="541"/>
            <ac:inkMk id="14" creationId="{27EB543C-A788-D083-818A-3D8098F763B3}"/>
          </ac:inkMkLst>
        </pc:inkChg>
        <pc:inkChg chg="add del">
          <ac:chgData name="Bagherabadi, Arash" userId="db010379-4e96-4120-a6ea-c271978f8950" providerId="ADAL" clId="{29FE4DE5-1784-5BD0-9270-E96CA531BE2A}" dt="2026-02-18T15:32:27.485" v="8829" actId="478"/>
          <ac:inkMkLst>
            <pc:docMk/>
            <pc:sldMk cId="237565175" sldId="541"/>
            <ac:inkMk id="15" creationId="{A044F940-17F9-201B-9E4C-88B1ACB4056C}"/>
          </ac:inkMkLst>
        </pc:inkChg>
      </pc:sldChg>
      <pc:sldChg chg="add del">
        <pc:chgData name="Bagherabadi, Arash" userId="db010379-4e96-4120-a6ea-c271978f8950" providerId="ADAL" clId="{29FE4DE5-1784-5BD0-9270-E96CA531BE2A}" dt="2025-10-22T20:37:38.030" v="4977" actId="2696"/>
        <pc:sldMkLst>
          <pc:docMk/>
          <pc:sldMk cId="1476243649" sldId="541"/>
        </pc:sldMkLst>
      </pc:sldChg>
      <pc:sldChg chg="addSp modSp add del">
        <pc:chgData name="Bagherabadi, Arash" userId="db010379-4e96-4120-a6ea-c271978f8950" providerId="ADAL" clId="{29FE4DE5-1784-5BD0-9270-E96CA531BE2A}" dt="2025-11-24T14:24:02.017" v="5732" actId="2696"/>
        <pc:sldMkLst>
          <pc:docMk/>
          <pc:sldMk cId="1989785369" sldId="541"/>
        </pc:sldMkLst>
      </pc:sldChg>
      <pc:sldChg chg="addSp delSp modSp add mod modNotesTx">
        <pc:chgData name="Bagherabadi, Arash" userId="db010379-4e96-4120-a6ea-c271978f8950" providerId="ADAL" clId="{29FE4DE5-1784-5BD0-9270-E96CA531BE2A}" dt="2026-02-18T15:32:14.449" v="8824" actId="21"/>
        <pc:sldMkLst>
          <pc:docMk/>
          <pc:sldMk cId="2772433031" sldId="542"/>
        </pc:sldMkLst>
        <pc:picChg chg="add del mod">
          <ac:chgData name="Bagherabadi, Arash" userId="db010379-4e96-4120-a6ea-c271978f8950" providerId="ADAL" clId="{29FE4DE5-1784-5BD0-9270-E96CA531BE2A}" dt="2026-02-18T15:32:14.449" v="8824" actId="21"/>
          <ac:picMkLst>
            <pc:docMk/>
            <pc:sldMk cId="2772433031" sldId="542"/>
            <ac:picMk id="3" creationId="{7D79966B-62F1-FF1C-AD7E-B8377A45E096}"/>
          </ac:picMkLst>
        </pc:picChg>
        <pc:picChg chg="add mod">
          <ac:chgData name="Bagherabadi, Arash" userId="db010379-4e96-4120-a6ea-c271978f8950" providerId="ADAL" clId="{29FE4DE5-1784-5BD0-9270-E96CA531BE2A}" dt="2026-02-16T20:38:15.197" v="8086" actId="1076"/>
          <ac:picMkLst>
            <pc:docMk/>
            <pc:sldMk cId="2772433031" sldId="542"/>
            <ac:picMk id="5" creationId="{7AB6444B-B143-9781-04D5-534A79B8CDC6}"/>
          </ac:picMkLst>
        </pc:picChg>
      </pc:sldChg>
      <pc:sldChg chg="addSp modSp add del">
        <pc:chgData name="Bagherabadi, Arash" userId="db010379-4e96-4120-a6ea-c271978f8950" providerId="ADAL" clId="{29FE4DE5-1784-5BD0-9270-E96CA531BE2A}" dt="2025-11-24T14:24:01.967" v="5669" actId="2696"/>
        <pc:sldMkLst>
          <pc:docMk/>
          <pc:sldMk cId="3334497944" sldId="542"/>
        </pc:sldMkLst>
      </pc:sldChg>
      <pc:sldChg chg="addSp delSp modSp add mod">
        <pc:chgData name="Bagherabadi, Arash" userId="db010379-4e96-4120-a6ea-c271978f8950" providerId="ADAL" clId="{29FE4DE5-1784-5BD0-9270-E96CA531BE2A}" dt="2026-02-16T21:19:43.902" v="8530" actId="1076"/>
        <pc:sldMkLst>
          <pc:docMk/>
          <pc:sldMk cId="852277992" sldId="543"/>
        </pc:sldMkLst>
        <pc:spChg chg="add mod">
          <ac:chgData name="Bagherabadi, Arash" userId="db010379-4e96-4120-a6ea-c271978f8950" providerId="ADAL" clId="{29FE4DE5-1784-5BD0-9270-E96CA531BE2A}" dt="2026-02-16T21:19:43.902" v="8530" actId="1076"/>
          <ac:spMkLst>
            <pc:docMk/>
            <pc:sldMk cId="852277992" sldId="543"/>
            <ac:spMk id="7" creationId="{27574D04-0A43-02E2-D81C-F03F78A4D9FA}"/>
          </ac:spMkLst>
        </pc:spChg>
        <pc:spChg chg="add mod">
          <ac:chgData name="Bagherabadi, Arash" userId="db010379-4e96-4120-a6ea-c271978f8950" providerId="ADAL" clId="{29FE4DE5-1784-5BD0-9270-E96CA531BE2A}" dt="2026-02-16T21:18:33.493" v="8472" actId="1076"/>
          <ac:spMkLst>
            <pc:docMk/>
            <pc:sldMk cId="852277992" sldId="543"/>
            <ac:spMk id="8" creationId="{F6BFEB7F-A0A5-D6D4-D4FC-5CB6B0216FD7}"/>
          </ac:spMkLst>
        </pc:spChg>
        <pc:picChg chg="add mod">
          <ac:chgData name="Bagherabadi, Arash" userId="db010379-4e96-4120-a6ea-c271978f8950" providerId="ADAL" clId="{29FE4DE5-1784-5BD0-9270-E96CA531BE2A}" dt="2026-02-16T21:19:43.902" v="8530" actId="1076"/>
          <ac:picMkLst>
            <pc:docMk/>
            <pc:sldMk cId="852277992" sldId="543"/>
            <ac:picMk id="3" creationId="{1879C110-57F8-B736-C8FD-7C1E08B79893}"/>
          </ac:picMkLst>
        </pc:picChg>
      </pc:sldChg>
      <pc:sldChg chg="addSp modSp add del mod">
        <pc:chgData name="Bagherabadi, Arash" userId="db010379-4e96-4120-a6ea-c271978f8950" providerId="ADAL" clId="{29FE4DE5-1784-5BD0-9270-E96CA531BE2A}" dt="2025-11-24T14:24:01.964" v="5664" actId="2696"/>
        <pc:sldMkLst>
          <pc:docMk/>
          <pc:sldMk cId="1473921629" sldId="543"/>
        </pc:sldMkLst>
      </pc:sldChg>
      <pc:sldChg chg="addSp delSp modSp add mod ord">
        <pc:chgData name="Bagherabadi, Arash" userId="db010379-4e96-4120-a6ea-c271978f8950" providerId="ADAL" clId="{29FE4DE5-1784-5BD0-9270-E96CA531BE2A}" dt="2026-02-16T22:06:54.568" v="8761" actId="1076"/>
        <pc:sldMkLst>
          <pc:docMk/>
          <pc:sldMk cId="427265508" sldId="544"/>
        </pc:sldMkLst>
        <pc:spChg chg="add mod">
          <ac:chgData name="Bagherabadi, Arash" userId="db010379-4e96-4120-a6ea-c271978f8950" providerId="ADAL" clId="{29FE4DE5-1784-5BD0-9270-E96CA531BE2A}" dt="2026-02-16T21:14:55.719" v="8404" actId="1076"/>
          <ac:spMkLst>
            <pc:docMk/>
            <pc:sldMk cId="427265508" sldId="544"/>
            <ac:spMk id="5" creationId="{F3EE20D5-3803-EE5E-F9FC-A00E73A8A914}"/>
          </ac:spMkLst>
        </pc:spChg>
        <pc:spChg chg="add mod">
          <ac:chgData name="Bagherabadi, Arash" userId="db010379-4e96-4120-a6ea-c271978f8950" providerId="ADAL" clId="{29FE4DE5-1784-5BD0-9270-E96CA531BE2A}" dt="2026-02-16T21:20:26.223" v="8563" actId="20577"/>
          <ac:spMkLst>
            <pc:docMk/>
            <pc:sldMk cId="427265508" sldId="544"/>
            <ac:spMk id="10" creationId="{E582017A-F48F-C860-6FC9-16D29C813853}"/>
          </ac:spMkLst>
        </pc:spChg>
        <pc:spChg chg="add mod">
          <ac:chgData name="Bagherabadi, Arash" userId="db010379-4e96-4120-a6ea-c271978f8950" providerId="ADAL" clId="{29FE4DE5-1784-5BD0-9270-E96CA531BE2A}" dt="2026-02-16T22:06:10.203" v="8752" actId="14100"/>
          <ac:spMkLst>
            <pc:docMk/>
            <pc:sldMk cId="427265508" sldId="544"/>
            <ac:spMk id="11" creationId="{1CB81659-B405-510D-383B-B7CDD72E85F4}"/>
          </ac:spMkLst>
        </pc:spChg>
        <pc:picChg chg="add mod modCrop">
          <ac:chgData name="Bagherabadi, Arash" userId="db010379-4e96-4120-a6ea-c271978f8950" providerId="ADAL" clId="{29FE4DE5-1784-5BD0-9270-E96CA531BE2A}" dt="2026-02-16T21:14:55.719" v="8404" actId="1076"/>
          <ac:picMkLst>
            <pc:docMk/>
            <pc:sldMk cId="427265508" sldId="544"/>
            <ac:picMk id="8" creationId="{C0F9A20A-4FF3-4DAA-1ED1-93D6C05AAB82}"/>
          </ac:picMkLst>
        </pc:picChg>
        <pc:picChg chg="add mod modCrop">
          <ac:chgData name="Bagherabadi, Arash" userId="db010379-4e96-4120-a6ea-c271978f8950" providerId="ADAL" clId="{29FE4DE5-1784-5BD0-9270-E96CA531BE2A}" dt="2026-02-16T22:06:45.776" v="8760" actId="1076"/>
          <ac:picMkLst>
            <pc:docMk/>
            <pc:sldMk cId="427265508" sldId="544"/>
            <ac:picMk id="9" creationId="{A45AF62B-1169-4E63-09E5-64BB4E417A8D}"/>
          </ac:picMkLst>
        </pc:picChg>
        <pc:cxnChg chg="add mod">
          <ac:chgData name="Bagherabadi, Arash" userId="db010379-4e96-4120-a6ea-c271978f8950" providerId="ADAL" clId="{29FE4DE5-1784-5BD0-9270-E96CA531BE2A}" dt="2026-02-16T22:06:54.568" v="8761" actId="1076"/>
          <ac:cxnSpMkLst>
            <pc:docMk/>
            <pc:sldMk cId="427265508" sldId="544"/>
            <ac:cxnSpMk id="13" creationId="{2AD767F6-40DD-EC50-B003-DDD5B314DBA8}"/>
          </ac:cxnSpMkLst>
        </pc:cxnChg>
      </pc:sldChg>
      <pc:sldChg chg="addSp modSp add del">
        <pc:chgData name="Bagherabadi, Arash" userId="db010379-4e96-4120-a6ea-c271978f8950" providerId="ADAL" clId="{29FE4DE5-1784-5BD0-9270-E96CA531BE2A}" dt="2025-11-24T14:24:01.965" v="5665" actId="2696"/>
        <pc:sldMkLst>
          <pc:docMk/>
          <pc:sldMk cId="3820313405" sldId="544"/>
        </pc:sldMkLst>
      </pc:sldChg>
      <pc:sldChg chg="addSp delSp modSp new del mod ord">
        <pc:chgData name="Bagherabadi, Arash" userId="db010379-4e96-4120-a6ea-c271978f8950" providerId="ADAL" clId="{29FE4DE5-1784-5BD0-9270-E96CA531BE2A}" dt="2025-11-24T14:24:02.009" v="5725" actId="2696"/>
        <pc:sldMkLst>
          <pc:docMk/>
          <pc:sldMk cId="1747747222" sldId="545"/>
        </pc:sldMkLst>
      </pc:sldChg>
      <pc:sldChg chg="addSp delSp modSp add del mod">
        <pc:chgData name="Bagherabadi, Arash" userId="db010379-4e96-4120-a6ea-c271978f8950" providerId="ADAL" clId="{29FE4DE5-1784-5BD0-9270-E96CA531BE2A}" dt="2026-02-16T21:20:03.305" v="8532" actId="2696"/>
        <pc:sldMkLst>
          <pc:docMk/>
          <pc:sldMk cId="1998340172" sldId="545"/>
        </pc:sldMkLst>
      </pc:sldChg>
      <pc:sldChg chg="addSp delSp modSp add mod">
        <pc:chgData name="Bagherabadi, Arash" userId="db010379-4e96-4120-a6ea-c271978f8950" providerId="ADAL" clId="{29FE4DE5-1784-5BD0-9270-E96CA531BE2A}" dt="2026-02-18T15:31:40.619" v="8822" actId="1076"/>
        <pc:sldMkLst>
          <pc:docMk/>
          <pc:sldMk cId="625878336" sldId="546"/>
        </pc:sldMkLst>
        <pc:spChg chg="add mod">
          <ac:chgData name="Bagherabadi, Arash" userId="db010379-4e96-4120-a6ea-c271978f8950" providerId="ADAL" clId="{29FE4DE5-1784-5BD0-9270-E96CA531BE2A}" dt="2026-02-16T22:36:14.980" v="8813" actId="113"/>
          <ac:spMkLst>
            <pc:docMk/>
            <pc:sldMk cId="625878336" sldId="546"/>
            <ac:spMk id="6" creationId="{53AEF7A5-7794-944C-FDC2-9366FB6D4763}"/>
          </ac:spMkLst>
        </pc:spChg>
        <pc:picChg chg="add del mod">
          <ac:chgData name="Bagherabadi, Arash" userId="db010379-4e96-4120-a6ea-c271978f8950" providerId="ADAL" clId="{29FE4DE5-1784-5BD0-9270-E96CA531BE2A}" dt="2026-02-18T15:31:24.639" v="8814" actId="478"/>
          <ac:picMkLst>
            <pc:docMk/>
            <pc:sldMk cId="625878336" sldId="546"/>
            <ac:picMk id="3" creationId="{5AF03290-856A-38C3-3DD2-570D14E94C1D}"/>
          </ac:picMkLst>
        </pc:picChg>
        <pc:picChg chg="add mod">
          <ac:chgData name="Bagherabadi, Arash" userId="db010379-4e96-4120-a6ea-c271978f8950" providerId="ADAL" clId="{29FE4DE5-1784-5BD0-9270-E96CA531BE2A}" dt="2026-02-18T15:31:40.619" v="8822" actId="1076"/>
          <ac:picMkLst>
            <pc:docMk/>
            <pc:sldMk cId="625878336" sldId="546"/>
            <ac:picMk id="5" creationId="{0DFD7803-A2A1-5DA1-44F0-89402F032A84}"/>
          </ac:picMkLst>
        </pc:picChg>
      </pc:sldChg>
      <pc:sldChg chg="addSp delSp modSp new del mod chgLayout">
        <pc:chgData name="Bagherabadi, Arash" userId="db010379-4e96-4120-a6ea-c271978f8950" providerId="ADAL" clId="{29FE4DE5-1784-5BD0-9270-E96CA531BE2A}" dt="2025-11-24T14:24:02.005" v="5715" actId="2696"/>
        <pc:sldMkLst>
          <pc:docMk/>
          <pc:sldMk cId="2369109370" sldId="546"/>
        </pc:sldMkLst>
      </pc:sldChg>
      <pc:sldChg chg="add del">
        <pc:chgData name="Bagherabadi, Arash" userId="db010379-4e96-4120-a6ea-c271978f8950" providerId="ADAL" clId="{29FE4DE5-1784-5BD0-9270-E96CA531BE2A}" dt="2026-02-16T21:20:04.905" v="8533" actId="2696"/>
        <pc:sldMkLst>
          <pc:docMk/>
          <pc:sldMk cId="4200588327" sldId="546"/>
        </pc:sldMkLst>
      </pc:sldChg>
      <pc:sldChg chg="add del ord">
        <pc:chgData name="Bagherabadi, Arash" userId="db010379-4e96-4120-a6ea-c271978f8950" providerId="ADAL" clId="{29FE4DE5-1784-5BD0-9270-E96CA531BE2A}" dt="2025-11-24T14:24:02.001" v="5707" actId="2696"/>
        <pc:sldMkLst>
          <pc:docMk/>
          <pc:sldMk cId="1210434028" sldId="547"/>
        </pc:sldMkLst>
      </pc:sldChg>
      <pc:sldChg chg="addSp modSp add mod">
        <pc:chgData name="Bagherabadi, Arash" userId="db010379-4e96-4120-a6ea-c271978f8950" providerId="ADAL" clId="{29FE4DE5-1784-5BD0-9270-E96CA531BE2A}" dt="2026-02-18T17:21:15.321" v="8935" actId="14100"/>
        <pc:sldMkLst>
          <pc:docMk/>
          <pc:sldMk cId="2581960437" sldId="547"/>
        </pc:sldMkLst>
        <pc:picChg chg="add mod modCrop">
          <ac:chgData name="Bagherabadi, Arash" userId="db010379-4e96-4120-a6ea-c271978f8950" providerId="ADAL" clId="{29FE4DE5-1784-5BD0-9270-E96CA531BE2A}" dt="2026-02-18T17:21:15.321" v="8935" actId="14100"/>
          <ac:picMkLst>
            <pc:docMk/>
            <pc:sldMk cId="2581960437" sldId="547"/>
            <ac:picMk id="3" creationId="{1AF5DD03-0619-18A7-535D-3B3013ABDC37}"/>
          </ac:picMkLst>
        </pc:picChg>
      </pc:sldChg>
      <pc:sldChg chg="add">
        <pc:chgData name="Bagherabadi, Arash" userId="db010379-4e96-4120-a6ea-c271978f8950" providerId="ADAL" clId="{29FE4DE5-1784-5BD0-9270-E96CA531BE2A}" dt="2026-02-18T15:32:20.511" v="8825" actId="2890"/>
        <pc:sldMkLst>
          <pc:docMk/>
          <pc:sldMk cId="2354963178" sldId="548"/>
        </pc:sldMkLst>
      </pc:sldChg>
      <pc:sldChg chg="addSp delSp modSp add del mod">
        <pc:chgData name="Bagherabadi, Arash" userId="db010379-4e96-4120-a6ea-c271978f8950" providerId="ADAL" clId="{29FE4DE5-1784-5BD0-9270-E96CA531BE2A}" dt="2025-11-24T14:24:02.001" v="5708" actId="2696"/>
        <pc:sldMkLst>
          <pc:docMk/>
          <pc:sldMk cId="2781936409" sldId="548"/>
        </pc:sldMkLst>
      </pc:sldChg>
      <pc:sldChg chg="add del ord">
        <pc:chgData name="Bagherabadi, Arash" userId="db010379-4e96-4120-a6ea-c271978f8950" providerId="ADAL" clId="{29FE4DE5-1784-5BD0-9270-E96CA531BE2A}" dt="2026-02-16T21:47:56.987" v="8627" actId="2696"/>
        <pc:sldMkLst>
          <pc:docMk/>
          <pc:sldMk cId="3256690274" sldId="548"/>
        </pc:sldMkLst>
      </pc:sldChg>
      <pc:sldChg chg="new del">
        <pc:chgData name="Bagherabadi, Arash" userId="db010379-4e96-4120-a6ea-c271978f8950" providerId="ADAL" clId="{29FE4DE5-1784-5BD0-9270-E96CA531BE2A}" dt="2025-11-24T14:24:02.002" v="5709" actId="2696"/>
        <pc:sldMkLst>
          <pc:docMk/>
          <pc:sldMk cId="2758113354" sldId="549"/>
        </pc:sldMkLst>
      </pc:sldChg>
      <pc:sldChg chg="addSp delSp modSp add mod">
        <pc:chgData name="Bagherabadi, Arash" userId="db010379-4e96-4120-a6ea-c271978f8950" providerId="ADAL" clId="{29FE4DE5-1784-5BD0-9270-E96CA531BE2A}" dt="2026-02-18T16:26:35.909" v="8899" actId="1076"/>
        <pc:sldMkLst>
          <pc:docMk/>
          <pc:sldMk cId="3536132916" sldId="549"/>
        </pc:sldMkLst>
        <pc:picChg chg="add mod">
          <ac:chgData name="Bagherabadi, Arash" userId="db010379-4e96-4120-a6ea-c271978f8950" providerId="ADAL" clId="{29FE4DE5-1784-5BD0-9270-E96CA531BE2A}" dt="2026-02-18T16:25:16.858" v="8893"/>
          <ac:picMkLst>
            <pc:docMk/>
            <pc:sldMk cId="3536132916" sldId="549"/>
            <ac:picMk id="2" creationId="{E697E394-B3C8-B11D-BD9E-25738873781B}"/>
          </ac:picMkLst>
        </pc:picChg>
        <pc:picChg chg="del">
          <ac:chgData name="Bagherabadi, Arash" userId="db010379-4e96-4120-a6ea-c271978f8950" providerId="ADAL" clId="{29FE4DE5-1784-5BD0-9270-E96CA531BE2A}" dt="2026-02-18T16:25:16.689" v="8892" actId="478"/>
          <ac:picMkLst>
            <pc:docMk/>
            <pc:sldMk cId="3536132916" sldId="549"/>
            <ac:picMk id="3" creationId="{75F1FAF0-E79E-7F50-BAD5-95C655F0685D}"/>
          </ac:picMkLst>
        </pc:picChg>
        <pc:picChg chg="add mod">
          <ac:chgData name="Bagherabadi, Arash" userId="db010379-4e96-4120-a6ea-c271978f8950" providerId="ADAL" clId="{29FE4DE5-1784-5BD0-9270-E96CA531BE2A}" dt="2026-02-18T16:26:35.909" v="8899" actId="1076"/>
          <ac:picMkLst>
            <pc:docMk/>
            <pc:sldMk cId="3536132916" sldId="549"/>
            <ac:picMk id="5" creationId="{0925FBA5-11AC-2A4E-558E-2826E7AC4C69}"/>
          </ac:picMkLst>
        </pc:picChg>
      </pc:sldChg>
      <pc:sldChg chg="add del ord">
        <pc:chgData name="Bagherabadi, Arash" userId="db010379-4e96-4120-a6ea-c271978f8950" providerId="ADAL" clId="{29FE4DE5-1784-5BD0-9270-E96CA531BE2A}" dt="2025-11-24T14:24:01.997" v="5700" actId="2696"/>
        <pc:sldMkLst>
          <pc:docMk/>
          <pc:sldMk cId="151894544" sldId="550"/>
        </pc:sldMkLst>
      </pc:sldChg>
      <pc:sldChg chg="addSp delSp modSp add mod">
        <pc:chgData name="Bagherabadi, Arash" userId="db010379-4e96-4120-a6ea-c271978f8950" providerId="ADAL" clId="{29FE4DE5-1784-5BD0-9270-E96CA531BE2A}" dt="2026-02-18T16:43:40.129" v="8923"/>
        <pc:sldMkLst>
          <pc:docMk/>
          <pc:sldMk cId="1027535693" sldId="550"/>
        </pc:sldMkLst>
        <pc:picChg chg="del mod">
          <ac:chgData name="Bagherabadi, Arash" userId="db010379-4e96-4120-a6ea-c271978f8950" providerId="ADAL" clId="{29FE4DE5-1784-5BD0-9270-E96CA531BE2A}" dt="2026-02-18T16:32:53.911" v="8900" actId="478"/>
          <ac:picMkLst>
            <pc:docMk/>
            <pc:sldMk cId="1027535693" sldId="550"/>
            <ac:picMk id="3" creationId="{003E4268-90F7-F57F-39CC-AEEA47836F8E}"/>
          </ac:picMkLst>
        </pc:picChg>
        <pc:picChg chg="add del mod">
          <ac:chgData name="Bagherabadi, Arash" userId="db010379-4e96-4120-a6ea-c271978f8950" providerId="ADAL" clId="{29FE4DE5-1784-5BD0-9270-E96CA531BE2A}" dt="2026-02-18T16:43:20.026" v="8915" actId="478"/>
          <ac:picMkLst>
            <pc:docMk/>
            <pc:sldMk cId="1027535693" sldId="550"/>
            <ac:picMk id="5" creationId="{6D54C72C-7456-AA08-F606-BEEB4174B270}"/>
          </ac:picMkLst>
        </pc:picChg>
        <pc:picChg chg="add del mod">
          <ac:chgData name="Bagherabadi, Arash" userId="db010379-4e96-4120-a6ea-c271978f8950" providerId="ADAL" clId="{29FE4DE5-1784-5BD0-9270-E96CA531BE2A}" dt="2026-02-18T16:43:12.742" v="8910" actId="21"/>
          <ac:picMkLst>
            <pc:docMk/>
            <pc:sldMk cId="1027535693" sldId="550"/>
            <ac:picMk id="7" creationId="{DEFA3EBC-C365-2968-B300-C8F49C490D1A}"/>
          </ac:picMkLst>
        </pc:picChg>
        <pc:picChg chg="add del mod">
          <ac:chgData name="Bagherabadi, Arash" userId="db010379-4e96-4120-a6ea-c271978f8950" providerId="ADAL" clId="{29FE4DE5-1784-5BD0-9270-E96CA531BE2A}" dt="2026-02-18T16:43:38.999" v="8921" actId="21"/>
          <ac:picMkLst>
            <pc:docMk/>
            <pc:sldMk cId="1027535693" sldId="550"/>
            <ac:picMk id="8" creationId="{4B8AB78C-5638-8D46-5DFB-01328D5F0448}"/>
          </ac:picMkLst>
        </pc:picChg>
        <pc:picChg chg="add del mod">
          <ac:chgData name="Bagherabadi, Arash" userId="db010379-4e96-4120-a6ea-c271978f8950" providerId="ADAL" clId="{29FE4DE5-1784-5BD0-9270-E96CA531BE2A}" dt="2026-02-18T16:43:39.848" v="8922" actId="478"/>
          <ac:picMkLst>
            <pc:docMk/>
            <pc:sldMk cId="1027535693" sldId="550"/>
            <ac:picMk id="9" creationId="{E6C5C748-FB59-C9DE-4415-93F4C8361277}"/>
          </ac:picMkLst>
        </pc:picChg>
        <pc:picChg chg="add mod">
          <ac:chgData name="Bagherabadi, Arash" userId="db010379-4e96-4120-a6ea-c271978f8950" providerId="ADAL" clId="{29FE4DE5-1784-5BD0-9270-E96CA531BE2A}" dt="2026-02-18T16:43:40.129" v="8923"/>
          <ac:picMkLst>
            <pc:docMk/>
            <pc:sldMk cId="1027535693" sldId="550"/>
            <ac:picMk id="10" creationId="{BD374E40-D27C-16FC-2C86-3F3B722E79D0}"/>
          </ac:picMkLst>
        </pc:picChg>
      </pc:sldChg>
      <pc:sldChg chg="addSp delSp modSp add del mod ord">
        <pc:chgData name="Bagherabadi, Arash" userId="db010379-4e96-4120-a6ea-c271978f8950" providerId="ADAL" clId="{29FE4DE5-1784-5BD0-9270-E96CA531BE2A}" dt="2025-11-24T14:24:01.962" v="5661" actId="2696"/>
        <pc:sldMkLst>
          <pc:docMk/>
          <pc:sldMk cId="417927939" sldId="551"/>
        </pc:sldMkLst>
      </pc:sldChg>
      <pc:sldChg chg="add del">
        <pc:chgData name="Bagherabadi, Arash" userId="db010379-4e96-4120-a6ea-c271978f8950" providerId="ADAL" clId="{29FE4DE5-1784-5BD0-9270-E96CA531BE2A}" dt="2025-10-22T22:13:23.805" v="5194" actId="2696"/>
        <pc:sldMkLst>
          <pc:docMk/>
          <pc:sldMk cId="1973625474" sldId="551"/>
        </pc:sldMkLst>
      </pc:sldChg>
      <pc:sldChg chg="add">
        <pc:chgData name="Bagherabadi, Arash" userId="db010379-4e96-4120-a6ea-c271978f8950" providerId="ADAL" clId="{29FE4DE5-1784-5BD0-9270-E96CA531BE2A}" dt="2026-02-18T16:43:15.072" v="8911" actId="2890"/>
        <pc:sldMkLst>
          <pc:docMk/>
          <pc:sldMk cId="2796802915" sldId="551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80" v="5687" actId="2696"/>
        <pc:sldMkLst>
          <pc:docMk/>
          <pc:sldMk cId="2080689866" sldId="552"/>
        </pc:sldMkLst>
      </pc:sldChg>
      <pc:sldChg chg="modSp add mod">
        <pc:chgData name="Bagherabadi, Arash" userId="db010379-4e96-4120-a6ea-c271978f8950" providerId="ADAL" clId="{29FE4DE5-1784-5BD0-9270-E96CA531BE2A}" dt="2026-02-18T17:19:55.933" v="8925" actId="20577"/>
        <pc:sldMkLst>
          <pc:docMk/>
          <pc:sldMk cId="2915007812" sldId="552"/>
        </pc:sldMkLst>
        <pc:spChg chg="mod">
          <ac:chgData name="Bagherabadi, Arash" userId="db010379-4e96-4120-a6ea-c271978f8950" providerId="ADAL" clId="{29FE4DE5-1784-5BD0-9270-E96CA531BE2A}" dt="2026-02-18T17:19:55.933" v="8925" actId="20577"/>
          <ac:spMkLst>
            <pc:docMk/>
            <pc:sldMk cId="2915007812" sldId="552"/>
            <ac:spMk id="7" creationId="{082495C7-B64F-6945-212A-5223BB1EB3D5}"/>
          </ac:spMkLst>
        </pc:spChg>
      </pc:sldChg>
      <pc:sldChg chg="addSp delSp modSp add del mod ord">
        <pc:chgData name="Bagherabadi, Arash" userId="db010379-4e96-4120-a6ea-c271978f8950" providerId="ADAL" clId="{29FE4DE5-1784-5BD0-9270-E96CA531BE2A}" dt="2025-11-24T14:24:01.992" v="5696" actId="2696"/>
        <pc:sldMkLst>
          <pc:docMk/>
          <pc:sldMk cId="1885433382" sldId="553"/>
        </pc:sldMkLst>
      </pc:sldChg>
      <pc:sldChg chg="addSp modSp add del mod">
        <pc:chgData name="Bagherabadi, Arash" userId="db010379-4e96-4120-a6ea-c271978f8950" providerId="ADAL" clId="{29FE4DE5-1784-5BD0-9270-E96CA531BE2A}" dt="2025-11-24T14:24:01.993" v="5697" actId="2696"/>
        <pc:sldMkLst>
          <pc:docMk/>
          <pc:sldMk cId="1158575382" sldId="554"/>
        </pc:sldMkLst>
      </pc:sldChg>
      <pc:sldChg chg="addSp delSp modSp add del mod ord">
        <pc:chgData name="Bagherabadi, Arash" userId="db010379-4e96-4120-a6ea-c271978f8950" providerId="ADAL" clId="{29FE4DE5-1784-5BD0-9270-E96CA531BE2A}" dt="2025-10-22T22:24:25.774" v="5260" actId="2696"/>
        <pc:sldMkLst>
          <pc:docMk/>
          <pc:sldMk cId="4117221632" sldId="555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99" v="5703" actId="2696"/>
        <pc:sldMkLst>
          <pc:docMk/>
          <pc:sldMk cId="1183398917" sldId="556"/>
        </pc:sldMkLst>
      </pc:sldChg>
      <pc:sldChg chg="addSp delSp modSp add del mod">
        <pc:chgData name="Bagherabadi, Arash" userId="db010379-4e96-4120-a6ea-c271978f8950" providerId="ADAL" clId="{29FE4DE5-1784-5BD0-9270-E96CA531BE2A}" dt="2025-11-24T14:24:02.008" v="5723" actId="2696"/>
        <pc:sldMkLst>
          <pc:docMk/>
          <pc:sldMk cId="4246657616" sldId="557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2.002" v="5710" actId="2696"/>
        <pc:sldMkLst>
          <pc:docMk/>
          <pc:sldMk cId="2868136733" sldId="558"/>
        </pc:sldMkLst>
      </pc:sldChg>
      <pc:sldChg chg="addSp modSp add del mod ord">
        <pc:chgData name="Bagherabadi, Arash" userId="db010379-4e96-4120-a6ea-c271978f8950" providerId="ADAL" clId="{29FE4DE5-1784-5BD0-9270-E96CA531BE2A}" dt="2025-11-24T14:24:02.003" v="5711" actId="2696"/>
        <pc:sldMkLst>
          <pc:docMk/>
          <pc:sldMk cId="766298145" sldId="559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74" v="5678" actId="2696"/>
        <pc:sldMkLst>
          <pc:docMk/>
          <pc:sldMk cId="793763993" sldId="560"/>
        </pc:sldMkLst>
      </pc:sldChg>
      <pc:sldChg chg="add del">
        <pc:chgData name="Bagherabadi, Arash" userId="db010379-4e96-4120-a6ea-c271978f8950" providerId="ADAL" clId="{29FE4DE5-1784-5BD0-9270-E96CA531BE2A}" dt="2025-10-22T22:28:42.274" v="5307" actId="2696"/>
        <pc:sldMkLst>
          <pc:docMk/>
          <pc:sldMk cId="2214552845" sldId="561"/>
        </pc:sldMkLst>
      </pc:sldChg>
      <pc:sldChg chg="addSp modSp add del mod ord">
        <pc:chgData name="Bagherabadi, Arash" userId="db010379-4e96-4120-a6ea-c271978f8950" providerId="ADAL" clId="{29FE4DE5-1784-5BD0-9270-E96CA531BE2A}" dt="2025-11-24T14:24:02.007" v="5719" actId="2696"/>
        <pc:sldMkLst>
          <pc:docMk/>
          <pc:sldMk cId="3052213452" sldId="561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2.008" v="5721" actId="2696"/>
        <pc:sldMkLst>
          <pc:docMk/>
          <pc:sldMk cId="2396693100" sldId="562"/>
        </pc:sldMkLst>
      </pc:sldChg>
      <pc:sldChg chg="addSp modSp add del mod">
        <pc:chgData name="Bagherabadi, Arash" userId="db010379-4e96-4120-a6ea-c271978f8950" providerId="ADAL" clId="{29FE4DE5-1784-5BD0-9270-E96CA531BE2A}" dt="2025-11-24T14:24:02.017" v="5731" actId="2696"/>
        <pc:sldMkLst>
          <pc:docMk/>
          <pc:sldMk cId="3690409641" sldId="563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57" v="5656" actId="2696"/>
        <pc:sldMkLst>
          <pc:docMk/>
          <pc:sldMk cId="891218957" sldId="564"/>
        </pc:sldMkLst>
      </pc:sldChg>
      <pc:sldChg chg="addSp modSp add del mod">
        <pc:chgData name="Bagherabadi, Arash" userId="db010379-4e96-4120-a6ea-c271978f8950" providerId="ADAL" clId="{29FE4DE5-1784-5BD0-9270-E96CA531BE2A}" dt="2025-11-24T14:24:01.955" v="5654" actId="2696"/>
        <pc:sldMkLst>
          <pc:docMk/>
          <pc:sldMk cId="1470110122" sldId="565"/>
        </pc:sldMkLst>
      </pc:sldChg>
      <pc:sldChg chg="addSp modSp add del mod">
        <pc:chgData name="Bagherabadi, Arash" userId="db010379-4e96-4120-a6ea-c271978f8950" providerId="ADAL" clId="{29FE4DE5-1784-5BD0-9270-E96CA531BE2A}" dt="2025-11-24T14:24:02.009" v="5724" actId="2696"/>
        <pc:sldMkLst>
          <pc:docMk/>
          <pc:sldMk cId="1833832646" sldId="566"/>
        </pc:sldMkLst>
      </pc:sldChg>
      <pc:sldChg chg="addSp modSp add del mod">
        <pc:chgData name="Bagherabadi, Arash" userId="db010379-4e96-4120-a6ea-c271978f8950" providerId="ADAL" clId="{29FE4DE5-1784-5BD0-9270-E96CA531BE2A}" dt="2025-11-24T14:24:02.012" v="5727" actId="2696"/>
        <pc:sldMkLst>
          <pc:docMk/>
          <pc:sldMk cId="1975212449" sldId="567"/>
        </pc:sldMkLst>
      </pc:sldChg>
      <pc:sldChg chg="add del">
        <pc:chgData name="Bagherabadi, Arash" userId="db010379-4e96-4120-a6ea-c271978f8950" providerId="ADAL" clId="{29FE4DE5-1784-5BD0-9270-E96CA531BE2A}" dt="2025-10-22T22:30:20.192" v="5333" actId="2696"/>
        <pc:sldMkLst>
          <pc:docMk/>
          <pc:sldMk cId="2707905190" sldId="568"/>
        </pc:sldMkLst>
      </pc:sldChg>
      <pc:sldChg chg="addSp modSp add del mod">
        <pc:chgData name="Bagherabadi, Arash" userId="db010379-4e96-4120-a6ea-c271978f8950" providerId="ADAL" clId="{29FE4DE5-1784-5BD0-9270-E96CA531BE2A}" dt="2025-11-24T14:24:02.004" v="5714" actId="2696"/>
        <pc:sldMkLst>
          <pc:docMk/>
          <pc:sldMk cId="3708702422" sldId="568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70" v="5673" actId="2696"/>
        <pc:sldMkLst>
          <pc:docMk/>
          <pc:sldMk cId="4243968727" sldId="569"/>
        </pc:sldMkLst>
      </pc:sldChg>
      <pc:sldChg chg="addSp delSp modSp add del mod">
        <pc:chgData name="Bagherabadi, Arash" userId="db010379-4e96-4120-a6ea-c271978f8950" providerId="ADAL" clId="{29FE4DE5-1784-5BD0-9270-E96CA531BE2A}" dt="2025-11-24T14:24:01.985" v="5690" actId="2696"/>
        <pc:sldMkLst>
          <pc:docMk/>
          <pc:sldMk cId="1145184760" sldId="570"/>
        </pc:sldMkLst>
      </pc:sldChg>
      <pc:sldChg chg="addSp modSp add del mod">
        <pc:chgData name="Bagherabadi, Arash" userId="db010379-4e96-4120-a6ea-c271978f8950" providerId="ADAL" clId="{29FE4DE5-1784-5BD0-9270-E96CA531BE2A}" dt="2025-11-24T14:24:02.019" v="5733" actId="2696"/>
        <pc:sldMkLst>
          <pc:docMk/>
          <pc:sldMk cId="216043025" sldId="571"/>
        </pc:sldMkLst>
      </pc:sldChg>
      <pc:sldChg chg="addSp delSp modSp add del mod ord">
        <pc:chgData name="Bagherabadi, Arash" userId="db010379-4e96-4120-a6ea-c271978f8950" providerId="ADAL" clId="{29FE4DE5-1784-5BD0-9270-E96CA531BE2A}" dt="2025-11-24T14:24:01.956" v="5655" actId="2696"/>
        <pc:sldMkLst>
          <pc:docMk/>
          <pc:sldMk cId="3983542762" sldId="572"/>
        </pc:sldMkLst>
      </pc:sldChg>
      <pc:sldChg chg="addSp modSp add del mod">
        <pc:chgData name="Bagherabadi, Arash" userId="db010379-4e96-4120-a6ea-c271978f8950" providerId="ADAL" clId="{29FE4DE5-1784-5BD0-9270-E96CA531BE2A}" dt="2025-11-24T14:24:02.006" v="5718" actId="2696"/>
        <pc:sldMkLst>
          <pc:docMk/>
          <pc:sldMk cId="1458142561" sldId="573"/>
        </pc:sldMkLst>
      </pc:sldChg>
      <pc:sldChg chg="addSp modSp add del mod ord">
        <pc:chgData name="Bagherabadi, Arash" userId="db010379-4e96-4120-a6ea-c271978f8950" providerId="ADAL" clId="{29FE4DE5-1784-5BD0-9270-E96CA531BE2A}" dt="2025-11-24T14:24:02.006" v="5717" actId="2696"/>
        <pc:sldMkLst>
          <pc:docMk/>
          <pc:sldMk cId="1033824158" sldId="574"/>
        </pc:sldMkLst>
      </pc:sldChg>
      <pc:sldChg chg="addSp modSp new del mod">
        <pc:chgData name="Bagherabadi, Arash" userId="db010379-4e96-4120-a6ea-c271978f8950" providerId="ADAL" clId="{29FE4DE5-1784-5BD0-9270-E96CA531BE2A}" dt="2025-11-24T14:24:02.003" v="5712" actId="2696"/>
        <pc:sldMkLst>
          <pc:docMk/>
          <pc:sldMk cId="703084533" sldId="575"/>
        </pc:sldMkLst>
      </pc:sldChg>
      <pc:sldMasterChg chg="modSldLayout">
        <pc:chgData name="Bagherabadi, Arash" userId="db010379-4e96-4120-a6ea-c271978f8950" providerId="ADAL" clId="{29FE4DE5-1784-5BD0-9270-E96CA531BE2A}" dt="2025-11-25T15:35:13.383" v="5994"/>
        <pc:sldMasterMkLst>
          <pc:docMk/>
          <pc:sldMasterMk cId="3533860507" sldId="2147483648"/>
        </pc:sldMasterMkLst>
        <pc:sldLayoutChg chg="addSp modSp mod">
          <pc:chgData name="Bagherabadi, Arash" userId="db010379-4e96-4120-a6ea-c271978f8950" providerId="ADAL" clId="{29FE4DE5-1784-5BD0-9270-E96CA531BE2A}" dt="2025-11-25T15:34:19.732" v="5978" actId="20577"/>
          <pc:sldLayoutMkLst>
            <pc:docMk/>
            <pc:sldMasterMk cId="3533860507" sldId="2147483648"/>
            <pc:sldLayoutMk cId="2367890458" sldId="2147483650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4:49.569" v="5983"/>
          <pc:sldLayoutMkLst>
            <pc:docMk/>
            <pc:sldMasterMk cId="3533860507" sldId="2147483648"/>
            <pc:sldLayoutMk cId="3363263737" sldId="2147483652"/>
          </pc:sldLayoutMkLst>
        </pc:sldLayoutChg>
        <pc:sldLayoutChg chg="addSp modSp">
          <pc:chgData name="Bagherabadi, Arash" userId="db010379-4e96-4120-a6ea-c271978f8950" providerId="ADAL" clId="{29FE4DE5-1784-5BD0-9270-E96CA531BE2A}" dt="2025-11-25T15:22:48.304" v="5806"/>
          <pc:sldLayoutMkLst>
            <pc:docMk/>
            <pc:sldMasterMk cId="3533860507" sldId="2147483648"/>
            <pc:sldLayoutMk cId="3728234832" sldId="2147483658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4:54.559" v="5985"/>
          <pc:sldLayoutMkLst>
            <pc:docMk/>
            <pc:sldMasterMk cId="3533860507" sldId="2147483648"/>
            <pc:sldLayoutMk cId="541062131" sldId="2147483660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4:58.808" v="5987"/>
          <pc:sldLayoutMkLst>
            <pc:docMk/>
            <pc:sldMasterMk cId="3533860507" sldId="2147483648"/>
            <pc:sldLayoutMk cId="4052923151" sldId="2147483661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5:03.452" v="5989"/>
          <pc:sldLayoutMkLst>
            <pc:docMk/>
            <pc:sldMasterMk cId="3533860507" sldId="2147483648"/>
            <pc:sldLayoutMk cId="3838249048" sldId="2147483662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5:13.383" v="5994"/>
          <pc:sldLayoutMkLst>
            <pc:docMk/>
            <pc:sldMasterMk cId="3533860507" sldId="2147483648"/>
            <pc:sldLayoutMk cId="2566987827" sldId="2147483663"/>
          </pc:sldLayoutMkLst>
        </pc:sldLayoutChg>
        <pc:sldLayoutChg chg="addSp modSp mod">
          <pc:chgData name="Bagherabadi, Arash" userId="db010379-4e96-4120-a6ea-c271978f8950" providerId="ADAL" clId="{29FE4DE5-1784-5BD0-9270-E96CA531BE2A}" dt="2025-11-25T15:22:50.858" v="5807"/>
          <pc:sldLayoutMkLst>
            <pc:docMk/>
            <pc:sldMasterMk cId="3533860507" sldId="2147483648"/>
            <pc:sldLayoutMk cId="3595977927" sldId="2147483665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42.651" v="584"/>
          <pc:sldLayoutMkLst>
            <pc:docMk/>
            <pc:sldMasterMk cId="3533860507" sldId="2147483648"/>
            <pc:sldLayoutMk cId="3337694606" sldId="2147483666"/>
          </pc:sldLayoutMkLst>
        </pc:sldLayoutChg>
        <pc:sldLayoutChg chg="addSp modSp">
          <pc:chgData name="Bagherabadi, Arash" userId="db010379-4e96-4120-a6ea-c271978f8950" providerId="ADAL" clId="{29FE4DE5-1784-5BD0-9270-E96CA531BE2A}" dt="2025-11-25T15:22:54.796" v="5808"/>
          <pc:sldLayoutMkLst>
            <pc:docMk/>
            <pc:sldMasterMk cId="3533860507" sldId="2147483648"/>
            <pc:sldLayoutMk cId="1786772075" sldId="2147483667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43.495" v="585"/>
          <pc:sldLayoutMkLst>
            <pc:docMk/>
            <pc:sldMasterMk cId="3533860507" sldId="2147483648"/>
            <pc:sldLayoutMk cId="4112413867" sldId="2147483668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44.358" v="586"/>
          <pc:sldLayoutMkLst>
            <pc:docMk/>
            <pc:sldMasterMk cId="3533860507" sldId="2147483648"/>
            <pc:sldLayoutMk cId="2717994447" sldId="2147483669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46.940" v="588"/>
          <pc:sldLayoutMkLst>
            <pc:docMk/>
            <pc:sldMasterMk cId="3533860507" sldId="2147483648"/>
            <pc:sldLayoutMk cId="487654630" sldId="2147483670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45.823" v="587"/>
          <pc:sldLayoutMkLst>
            <pc:docMk/>
            <pc:sldMasterMk cId="3533860507" sldId="2147483648"/>
            <pc:sldLayoutMk cId="1394540736" sldId="2147483671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50.967" v="589"/>
          <pc:sldLayoutMkLst>
            <pc:docMk/>
            <pc:sldMasterMk cId="3533860507" sldId="2147483648"/>
            <pc:sldLayoutMk cId="4078047301" sldId="2147483672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52.208" v="590"/>
          <pc:sldLayoutMkLst>
            <pc:docMk/>
            <pc:sldMasterMk cId="3533860507" sldId="2147483648"/>
            <pc:sldLayoutMk cId="3510563667" sldId="2147483673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54.092" v="591"/>
          <pc:sldLayoutMkLst>
            <pc:docMk/>
            <pc:sldMasterMk cId="3533860507" sldId="2147483648"/>
            <pc:sldLayoutMk cId="990486502" sldId="2147483678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56.120" v="592"/>
          <pc:sldLayoutMkLst>
            <pc:docMk/>
            <pc:sldMasterMk cId="3533860507" sldId="2147483648"/>
            <pc:sldLayoutMk cId="1842024543" sldId="2147483679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8:57.830" v="593"/>
          <pc:sldLayoutMkLst>
            <pc:docMk/>
            <pc:sldMasterMk cId="3533860507" sldId="2147483648"/>
            <pc:sldLayoutMk cId="1333163517" sldId="2147483680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9:02.904" v="594"/>
          <pc:sldLayoutMkLst>
            <pc:docMk/>
            <pc:sldMasterMk cId="3533860507" sldId="2147483648"/>
            <pc:sldLayoutMk cId="771281563" sldId="2147483687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9:03.883" v="595"/>
          <pc:sldLayoutMkLst>
            <pc:docMk/>
            <pc:sldMasterMk cId="3533860507" sldId="2147483648"/>
            <pc:sldLayoutMk cId="2663507990" sldId="2147483688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9:05.743" v="596"/>
          <pc:sldLayoutMkLst>
            <pc:docMk/>
            <pc:sldMasterMk cId="3533860507" sldId="2147483648"/>
            <pc:sldLayoutMk cId="648057209" sldId="2147483689"/>
          </pc:sldLayoutMkLst>
        </pc:sldLayoutChg>
        <pc:sldLayoutChg chg="addSp modSp">
          <pc:chgData name="Bagherabadi, Arash" userId="db010379-4e96-4120-a6ea-c271978f8950" providerId="ADAL" clId="{29FE4DE5-1784-5BD0-9270-E96CA531BE2A}" dt="2025-09-22T20:29:07.715" v="597"/>
          <pc:sldLayoutMkLst>
            <pc:docMk/>
            <pc:sldMasterMk cId="3533860507" sldId="2147483648"/>
            <pc:sldLayoutMk cId="2340894124" sldId="2147483690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4:29.273" v="5980"/>
          <pc:sldLayoutMkLst>
            <pc:docMk/>
            <pc:sldMasterMk cId="3533860507" sldId="2147483648"/>
            <pc:sldLayoutMk cId="2929436559" sldId="2147483694"/>
          </pc:sldLayoutMkLst>
        </pc:sldLayoutChg>
        <pc:sldLayoutChg chg="addSp delSp modSp mod">
          <pc:chgData name="Bagherabadi, Arash" userId="db010379-4e96-4120-a6ea-c271978f8950" providerId="ADAL" clId="{29FE4DE5-1784-5BD0-9270-E96CA531BE2A}" dt="2025-11-25T15:35:07.334" v="5991"/>
          <pc:sldLayoutMkLst>
            <pc:docMk/>
            <pc:sldMasterMk cId="3533860507" sldId="2147483648"/>
            <pc:sldLayoutMk cId="3822166505" sldId="2147483724"/>
          </pc:sldLayoutMkLst>
        </pc:sldLayoutChg>
      </pc:sldMasterChg>
    </pc:docChg>
  </pc:docChgLst>
  <pc:docChgLst>
    <pc:chgData name="Bagherabadi, Arash" userId="db010379-4e96-4120-a6ea-c271978f8950" providerId="ADAL" clId="{FB29C60C-6486-4A94-9340-376CFBC3B8BB}"/>
    <pc:docChg chg="modSld">
      <pc:chgData name="Bagherabadi, Arash" userId="db010379-4e96-4120-a6ea-c271978f8950" providerId="ADAL" clId="{FB29C60C-6486-4A94-9340-376CFBC3B8BB}" dt="2025-09-23T14:38:28.395" v="9" actId="22"/>
      <pc:docMkLst>
        <pc:docMk/>
      </pc:docMkLst>
      <pc:sldChg chg="modNotesTx">
        <pc:chgData name="Bagherabadi, Arash" userId="db010379-4e96-4120-a6ea-c271978f8950" providerId="ADAL" clId="{FB29C60C-6486-4A94-9340-376CFBC3B8BB}" dt="2025-09-23T14:38:28.395" v="9" actId="22"/>
        <pc:sldMkLst>
          <pc:docMk/>
          <pc:sldMk cId="3191846236" sldId="4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5BD2A-A97D-094A-8D3B-21A9E6A37617}" type="slidenum">
              <a:rPr>
                <a:latin typeface="Arial" panose="020B0604020202020204" pitchFamily="34" charset="0"/>
              </a:rPr>
              <a:t>‹#›</a:t>
            </a:fld>
            <a:endParaRPr lang="en-GB">
              <a:latin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2A76C-E886-6A42-B8CD-C60BA58F0DF5}" type="datetimeFigureOut">
              <a:rPr lang="en-US">
                <a:latin typeface="Arial" panose="020B0604020202020204" pitchFamily="34" charset="0"/>
              </a:rPr>
              <a:t>6/8/26</a:t>
            </a:fld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583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6EF062A-B138-3741-8B48-19ACC59FDA5A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2532798-74E8-444A-A934-2294B8EA87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0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87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6D943-3F22-4DC9-7AC1-528170E8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50171-3869-9879-99AD-86054108E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FFD9F-76AE-BA73-0B47-C4FABE1C0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B7A8A-6D78-8ECC-E0FB-20763E279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05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EC500-CF38-8812-B26F-2A62F0B4A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B06C7-A269-F065-9B0D-149C7CEA0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836DA-4283-7380-B5CC-5A97229E0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9BBFC-39F5-8A8D-E662-F579D1CCE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54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21718-7E24-1414-6D0C-D33B3776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49929-5AB4-DC37-1614-05D0FD150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2762C-21EE-4A93-A2BA-1F8EC5B9C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D1BC4-9980-0191-D08D-502752468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65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FAA24-31CC-57AB-71FE-4EBFC4AB1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CB330-12F4-ED92-C7B5-21BB04048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254FC-6433-95C3-DD5B-2F97B0FF7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0C81A-2088-0D0B-72AF-98594B302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18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4130-4284-CFA0-C37F-A8A18B61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4C99B-90D2-0956-32B9-7BB2D72DC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D4796-F330-3098-2D6B-EC33C8FAE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E99C4-F313-0271-3B2C-6515E8449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14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8903-2DC9-C146-87AB-B0FB6145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125DC-8D3F-2E35-5FF2-8BFD1723B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98FB5-5C0F-7AB2-D254-FE97738F8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F0918-47FE-016B-BAC9-4BC70A587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96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94579-6E3D-98FA-68F5-E68D25DD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7AFD4-6662-2CC8-BFF6-BF14AC6AD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8AE9B-AEBB-FF4E-3B75-D4455619A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3E3DD-DA58-07E6-D359-E80F88595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51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F473-7E35-DA78-BA30-B60CB4FE8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EFB0B-1D69-1B27-7763-DD78416D4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C62EB-6D74-4F6B-E18E-8231F5CFB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9D991-FCDF-FEA3-8EA9-80F5BF3E7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34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7976E-D0DA-84C4-455E-6FBF7261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971CE-E5F6-F02E-40C2-E7F5F6778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D755A-174C-C303-155C-01DA7F323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4D01B-3F9D-E54E-9B54-CDFA47590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14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423B3-CE8F-9E6E-B84A-3A6650A18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1C133-A801-D13F-8D80-891B8B630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84A4C-C1BB-EF75-9BCF-9D4C2B7AF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AD955-2C34-DD75-2D03-93A425638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20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48ED2-0915-838B-9B81-586D7DAB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462E5-1F45-0BB0-0760-F2F4FFF48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8A0D2-0208-ED56-CA33-B8196AF1F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Supplemental Figure 1: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scRNA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-seq matrix generation and analysis overview. Red =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sources of variability explored in this study; Blue = plots and metrics used to assess function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similarity.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kb</a:t>
            </a:r>
            <a:r>
              <a:rPr lang="en-US" dirty="0"/>
              <a:t> means </a:t>
            </a:r>
            <a:r>
              <a:rPr lang="en-US" b="1" dirty="0" err="1"/>
              <a:t>kallisto-bustools</a:t>
            </a:r>
            <a:r>
              <a:rPr lang="en-US" dirty="0"/>
              <a:t>, often used through </a:t>
            </a:r>
            <a:r>
              <a:rPr lang="en-US" b="1" dirty="0"/>
              <a:t>kb-python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CCEA0-EB4E-ECD2-7928-6A3244B7D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97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2159D-AAB8-620D-8EA4-6FCC0180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5D030-483C-AB2E-50AB-790128742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C7FD4-D642-06EA-7B44-945A702B9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Supplemental Figure 2: Seurat vs.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aligned function arguments (Seurat-like arguments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used in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), sequential analysis (data is run from start to end through each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package without modification). (A) Filtering and HVG selection analysis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UpSet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plots consisting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of sets of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cells, (ii) genes, and (iii) HVGs. (B)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PCA analysis through projection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onto the first 2 PCs. (ii) Scree plot and the sine of eigenvectors. Black lines = point mapping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between conditions. (C) KNN/SNN analysis through SNN neighborhood Jaccard index and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degree ratio (Seurat/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per cell. (D) Clustering and UMAP analysis through UMAP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plots of Seurat (left) and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(right), with the alluvial diagram (middle) showing cluster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assignment mapping and degree of cluster agreement. Numbers at the bottom of the alluvial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diagram represent the total number of clusters in each group. (E)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analysis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UpSet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plot through overlap of all significant (p &lt; 0.05) marker genes across all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clusters.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1CE29-39C2-3C27-A003-FAE4D5BC2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2C6BD-FF9D-FF35-E031-2E53241E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1357F-BB60-AE12-3059-510365763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5059C-384D-4918-DDD4-D8CE5BC0F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Supplemental Figure 3: Seurat vs.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default function arguments, controlled analysis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(the data created by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is replaced by the data created by Seurat following each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step, such that each step sees identical input). (A) Filtering and HVG selection analysis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UpSet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plots consisting of sets of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cells, (ii) genes, and (iii) HVGs. (B)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PCA analysis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through projection onto the first 2 PCs. (ii) Scree plot and the sine of eigenvectors. Black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lines = point mapping between conditions. (C) KNN/SNN analysis through SNN neighborhood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Jaccard index and degree ratio (Seurat/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per cell. (D) Clustering and UMAP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analysis through UMAP plots of Seurat (left) and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(right), with the alluvial diagram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(middle) showing cluster assignment mapping and degree of cluster agreement. Numbers at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bottom of the alluvial diagram represent the total number of clusters in each group. (E)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 analysis through overlap of all significant (p &lt; 0.05) marker genes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across all clusters. (ii)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 analysis with matched clusters of overlap of all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markers. (iii)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 analysis with matched clusters of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logFC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similarity. (iv)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 analysis with matched clusters of adjusted p-value similarity. Dataset: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10k PBMC. Dataset: 10k PBMC.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F849C-EDC0-05AC-512B-C8C429FDB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7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C3399-F4E8-FE24-806B-42E96B626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AD3E4-24E4-EB06-37B7-FC00A6DD4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C84A4-463D-53BC-171E-93EE77389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Supplemental Figure 4: Seurat vs.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aligned function arguments (Seurat-like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arguments used in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), controlled analysis (the data created by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is replaced by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data created by Seurat following each step, such that each step sees identical input). (A)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Filtering and HVG selection analysis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UpSet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plots consisting of sets of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cells, (ii) genes, and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(iii) HVGs. (B)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PCA analysis through projection onto the first 2 PCs. (ii) Scree plot and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sine of eigenvectors. Black lines = point mapping between conditions. (C) KNN/SNN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analysis through SNN neighborhood Jaccard index and degree ratio (Seurat/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per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cell. (D) Clustering and UMAP analysis through UMAP plots of Seurat (left) and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(right), with the alluvial diagram (middle) showing cluster assignment mapping and degree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of cluster agreement. Numbers at the bottom of the alluvial diagram represent the total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number of clusters in each group. (E)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 analysis through overlap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of all significant (p &lt; 0.05) marker genes across all clusters. (ii)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analysis with matched clusters of overlap of all markers. (iii)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 analysis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with matched clusters of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logFC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similarity. (iv)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 analysis with matched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clusters of adjusted p-value similarity. Dataset: 10k PBMC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4EC89-2C7F-1274-83F8-108887223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84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2A037-FB4C-23A6-04AF-2E575D3D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AA656-A4CE-B80C-520E-3741A11C6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8A546-28BC-2CC3-9557-8D58A22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Supplemental Figure 5: Seurat vs.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aligned function arguments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-like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arguments used in Seurat), controlled analysis (the data created by Seurat is replaced by the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data created by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following each step, such that each step sees identical input). (A)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Filtering and HVG selection analysis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UpSet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plots consisting of sets of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cells, (ii) genes, and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(iii) HVGs. (B)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PCA analysis through projection onto the first 2 PCs. (ii) Scree plot and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sine of eigenvectors. Black lines = point mapping between conditions. (C) KNN/SNN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analysis through SNN neighborhood Jaccard index and degree ratio (Seurat/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per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cell. (D) Clustering and UMAP analysis through UMAP plots of Seurat (left) and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Scanpy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(right), with the alluvial diagram (middle) showing cluster assignment mapping and degree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of cluster agreement. Numbers at the bottom of the alluvial diagram represent the total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number of clusters in each group. (E)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 analysis through overlap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of all significant (p &lt; 0.05) marker genes across all clusters. (ii)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analysis with matched clusters of overlap of all markers. (iii)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 analysis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with matched clusters of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logFC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similarity. (iv)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Di↵erential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expression analysis with matched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clusters of adjusted p-value similarity. Dataset: 10k PBMC.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2F50D-5182-B824-0D6B-F6ED45380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41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A096-AB3E-7ACF-074D-54F8BFCD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FA01E-3D7D-C2AF-717F-0B3013762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89417-1373-A168-22E1-A51B33906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2BD5C-A4CD-150E-E446-E2942D460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11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BE28-0C80-B4EF-35B4-836927C3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46732-C529-292D-F530-B99CD2CC5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52AEF-47AB-5A4D-9F89-BBC1DAF5E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EB819-65B3-1FCC-D338-5B51B9E62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06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D023-40E9-0541-B6CB-87579D9F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5056B-E476-17D1-4843-A0AA76E48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184B4-4F94-6B2E-73B5-BFE94F7E7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AC2FE-687F-E5E2-69E5-017E41F28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76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4FA80-4863-EF21-57F3-217EE15C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6F9FE-27E3-B773-82F0-E251AC8F3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5B01E-05DD-5950-5BD3-6E38EC795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E9257-F65A-020C-27B6-EB18A8BB4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11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BC224F72-3DAE-32E1-38BC-FEB441F203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450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Dragon's Lair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BC224F72-3DAE-32E1-38BC-FEB441F203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884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Monogram Patter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4E2F12-739F-148B-7123-7B9F9DFCF078}"/>
              </a:ext>
            </a:extLst>
          </p:cNvPr>
          <p:cNvSpPr/>
          <p:nvPr userDrawn="1"/>
        </p:nvSpPr>
        <p:spPr>
          <a:xfrm>
            <a:off x="7048500" y="5772150"/>
            <a:ext cx="5143500" cy="1085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33045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10131"/>
            <a:ext cx="9144000" cy="55863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BD7B8A4A-73DE-40F4-C66A-89E23F1698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12505" y="6099234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1651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adg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12A97C21-6FFC-A691-3529-5C23D60F45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 - Badge</a:t>
            </a:r>
          </a:p>
        </p:txBody>
      </p:sp>
      <p:pic>
        <p:nvPicPr>
          <p:cNvPr id="6" name="Graphic 14">
            <a:extLst>
              <a:ext uri="{FF2B5EF4-FFF2-40B4-BE49-F238E27FC236}">
                <a16:creationId xmlns:a16="http://schemas.microsoft.com/office/drawing/2014/main" id="{41D29CC8-C9F2-76F6-88BB-A67CD95A65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230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24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pos="483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d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0266990-FE93-48F7-AFFF-BA2D7639B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615376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2FC672-E957-FC5C-B431-007B5F5FB8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1999" y="1876586"/>
            <a:ext cx="9615377" cy="2387600"/>
          </a:xfrm>
        </p:spPr>
        <p:txBody>
          <a:bodyPr anchor="b"/>
          <a:lstStyle>
            <a:lvl1pPr algn="l">
              <a:defRPr sz="60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 – Badge - White</a:t>
            </a:r>
          </a:p>
        </p:txBody>
      </p:sp>
      <p:pic>
        <p:nvPicPr>
          <p:cNvPr id="2" name="Graphic 8">
            <a:extLst>
              <a:ext uri="{FF2B5EF4-FFF2-40B4-BE49-F238E27FC236}">
                <a16:creationId xmlns:a16="http://schemas.microsoft.com/office/drawing/2014/main" id="{1FA5A87D-3EC3-C159-246F-749ABA4663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45977"/>
            <a:ext cx="4615489" cy="484397"/>
          </a:xfrm>
          <a:prstGeom prst="rect">
            <a:avLst/>
          </a:prstGeom>
        </p:spPr>
      </p:pic>
      <p:pic>
        <p:nvPicPr>
          <p:cNvPr id="3" name="Graphic 10">
            <a:extLst>
              <a:ext uri="{FF2B5EF4-FFF2-40B4-BE49-F238E27FC236}">
                <a16:creationId xmlns:a16="http://schemas.microsoft.com/office/drawing/2014/main" id="{679A170B-EC45-EB33-CB43-A34F5930C4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r="3050" b="14521"/>
          <a:stretch/>
        </p:blipFill>
        <p:spPr>
          <a:xfrm>
            <a:off x="3285375" y="0"/>
            <a:ext cx="8906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58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1423">
          <p15:clr>
            <a:srgbClr val="FBAE40"/>
          </p15:clr>
        </p15:guide>
        <p15:guide id="3" pos="7192">
          <p15:clr>
            <a:srgbClr val="FBAE40"/>
          </p15:clr>
        </p15:guide>
        <p15:guide id="4" orient="horz" pos="366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radient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EF6E62-8833-69A6-FF19-3B62920BC0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 – Gradient #1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Graphic 8">
            <a:extLst>
              <a:ext uri="{FF2B5EF4-FFF2-40B4-BE49-F238E27FC236}">
                <a16:creationId xmlns:a16="http://schemas.microsoft.com/office/drawing/2014/main" id="{949F81BC-2688-DC1F-9B2D-A0DC1D3384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96A346-BC22-B60A-8007-0A3D4AFE1A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2596782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radient #1 with Gold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AA40BA-E3E3-051E-9DC3-67DDF588C4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 – Gradient #1 with Gold Bar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588678"/>
            <a:ext cx="12192000" cy="269322"/>
          </a:xfrm>
          <a:prstGeom prst="rect">
            <a:avLst/>
          </a:prstGeom>
          <a:gradFill>
            <a:gsLst>
              <a:gs pos="69000">
                <a:schemeClr val="accent2"/>
              </a:gs>
              <a:gs pos="0">
                <a:schemeClr val="accent2">
                  <a:lumMod val="48000"/>
                  <a:lumOff val="5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A654B919-31DF-5843-9719-93B45F32D1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2068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0">
          <p15:clr>
            <a:srgbClr val="FBAE40"/>
          </p15:clr>
        </p15:guide>
        <p15:guide id="6" orient="horz" pos="2744">
          <p15:clr>
            <a:srgbClr val="FBAE40"/>
          </p15:clr>
        </p15:guide>
        <p15:guide id="7" pos="62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radient #2">
    <p:bg>
      <p:bgPr>
        <a:gradFill flip="none" rotWithShape="1">
          <a:gsLst>
            <a:gs pos="6000">
              <a:schemeClr val="accent5"/>
            </a:gs>
            <a:gs pos="65000">
              <a:schemeClr val="accent1"/>
            </a:gs>
            <a:gs pos="100000">
              <a:schemeClr val="accent3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3000">
                <a:schemeClr val="accent1"/>
              </a:gs>
              <a:gs pos="98000">
                <a:schemeClr val="accent3"/>
              </a:gs>
              <a:gs pos="6000">
                <a:schemeClr val="accent5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9DD234-377A-C202-A52D-BDBAD4FF13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Slide – Gradient #2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7303A12-A6ED-C9F0-60E1-DE38BCFBD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8">
            <a:extLst>
              <a:ext uri="{FF2B5EF4-FFF2-40B4-BE49-F238E27FC236}">
                <a16:creationId xmlns:a16="http://schemas.microsoft.com/office/drawing/2014/main" id="{3E9861E2-1522-3CBF-1D25-5C57EA1C29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149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51" y="1893768"/>
            <a:ext cx="9149800" cy="3930960"/>
          </a:xfrm>
        </p:spPr>
        <p:txBody>
          <a:bodyPr/>
          <a:lstStyle>
            <a:lvl1pPr marL="457178" indent="-457178">
              <a:lnSpc>
                <a:spcPct val="100000"/>
              </a:lnSpc>
              <a:buClr>
                <a:schemeClr val="accent2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914354" indent="-457178">
              <a:lnSpc>
                <a:spcPct val="100000"/>
              </a:lnSpc>
              <a:buClr>
                <a:schemeClr val="accent2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257238" indent="-342882">
              <a:lnSpc>
                <a:spcPct val="100000"/>
              </a:lnSpc>
              <a:buClr>
                <a:schemeClr val="accent2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714414" indent="-342882">
              <a:lnSpc>
                <a:spcPct val="100000"/>
              </a:lnSpc>
              <a:buClr>
                <a:schemeClr val="accent2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171592" indent="-342882">
              <a:lnSpc>
                <a:spcPct val="100000"/>
              </a:lnSpc>
              <a:buClr>
                <a:schemeClr val="accent2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553" y="927106"/>
            <a:ext cx="9149799" cy="4500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06E5B7-9C36-8C48-82D2-06CDA969C61C}"/>
              </a:ext>
            </a:extLst>
          </p:cNvPr>
          <p:cNvCxnSpPr>
            <a:cxnSpLocks/>
          </p:cNvCxnSpPr>
          <p:nvPr userDrawn="1"/>
        </p:nvCxnSpPr>
        <p:spPr>
          <a:xfrm flipH="1">
            <a:off x="762552" y="1596096"/>
            <a:ext cx="100434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88AB329A-D2E1-4246-AA52-3B7FD857F1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2551" y="6066372"/>
            <a:ext cx="2538210" cy="50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81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15">
          <p15:clr>
            <a:srgbClr val="FBAE40"/>
          </p15:clr>
        </p15:guide>
        <p15:guide id="3" orient="horz" pos="1194">
          <p15:clr>
            <a:srgbClr val="FBAE40"/>
          </p15:clr>
        </p15:guide>
        <p15:guide id="4" orient="horz" pos="3973">
          <p15:clr>
            <a:srgbClr val="FBAE40"/>
          </p15:clr>
        </p15:guide>
        <p15:guide id="5" pos="6244">
          <p15:clr>
            <a:srgbClr val="FBAE40"/>
          </p15:clr>
        </p15:guide>
        <p15:guide id="6" orient="horz" pos="5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61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F1CCBC-343B-CD4F-BF3E-3463406E4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3259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53A1AF-5960-D84C-9B0A-309532AD9D0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222627"/>
            <a:ext cx="0" cy="358521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0F1FEA-C095-9C41-AF49-B3244A7C633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557325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79F181-696D-A344-9BE8-D865710349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7322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Objectives</a:t>
            </a:r>
          </a:p>
        </p:txBody>
      </p:sp>
      <p:pic>
        <p:nvPicPr>
          <p:cNvPr id="4" name="Graphic 7">
            <a:extLst>
              <a:ext uri="{FF2B5EF4-FFF2-40B4-BE49-F238E27FC236}">
                <a16:creationId xmlns:a16="http://schemas.microsoft.com/office/drawing/2014/main" id="{174F1F6F-45B5-A988-16CA-ECC47BAAD1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670008-D2B8-38B4-FC72-EBC75947F4A4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895CA-194A-471C-05F9-94C206DD939A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29436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0">
          <p15:clr>
            <a:srgbClr val="FBAE40"/>
          </p15:clr>
        </p15:guide>
        <p15:guide id="2" pos="339">
          <p15:clr>
            <a:srgbClr val="FBAE40"/>
          </p15:clr>
        </p15:guide>
        <p15:guide id="4" pos="3837">
          <p15:clr>
            <a:srgbClr val="FBAE40"/>
          </p15:clr>
        </p15:guide>
        <p15:guide id="5" pos="7159">
          <p15:clr>
            <a:srgbClr val="FBAE40"/>
          </p15:clr>
        </p15:guide>
        <p15:guide id="6" pos="7225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orient="horz" pos="1372">
          <p15:clr>
            <a:srgbClr val="FBAE40"/>
          </p15:clr>
        </p15:guide>
        <p15:guide id="9" pos="635">
          <p15:clr>
            <a:srgbClr val="FBAE40"/>
          </p15:clr>
        </p15:guide>
        <p15:guide id="10" pos="3549">
          <p15:clr>
            <a:srgbClr val="FBAE40"/>
          </p15:clr>
        </p15:guide>
        <p15:guide id="11" pos="4135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3659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r>
              <a:rPr lang="en-US"/>
              <a:t>Title and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DD888516-32A0-21EF-C21F-F1672D5825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442D8E3-D9BC-AD09-82A6-03BB8CED56CF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</p:spTree>
    <p:extLst>
      <p:ext uri="{BB962C8B-B14F-4D97-AF65-F5344CB8AC3E}">
        <p14:creationId xmlns:p14="http://schemas.microsoft.com/office/powerpoint/2010/main" val="236789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36">
          <p15:clr>
            <a:srgbClr val="FBAE40"/>
          </p15:clr>
        </p15:guide>
        <p15:guide id="3" pos="3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3778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703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0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r>
              <a:rPr lang="en-US"/>
              <a:t>Title and Text – Two Columns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20D36-0B0B-184D-8149-9B9135D3625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52764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38100" y="6395989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64B27E15-BD6B-340E-FADF-62BB93D46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7937BF6-D120-BCE9-9CE8-FB32C401C60F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B432A-899A-21DE-5D8B-ABFEFF4973A3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63263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78">
          <p15:clr>
            <a:srgbClr val="FBAE40"/>
          </p15:clr>
        </p15:guide>
        <p15:guide id="4" orient="horz" pos="1033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pos="7344">
          <p15:clr>
            <a:srgbClr val="FBAE40"/>
          </p15:clr>
        </p15:guide>
        <p15:guide id="7" pos="3685">
          <p15:clr>
            <a:srgbClr val="FBAE40"/>
          </p15:clr>
        </p15:guide>
        <p15:guide id="8" pos="3999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5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Title and Text – Three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3113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 baseline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 baseline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 baseline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 baseline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69861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06EDDFE3-4BA4-6BC6-BD2B-3CA9DDD8CD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F43F77B-627A-FE63-7B6E-8592FEE0B53C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1EE4D-74AE-6A18-CDCB-25CE08B1FA2E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41062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344">
          <p15:clr>
            <a:srgbClr val="FBAE40"/>
          </p15:clr>
        </p15:guide>
        <p15:guide id="6" pos="7159">
          <p15:clr>
            <a:srgbClr val="FBAE40"/>
          </p15:clr>
        </p15:guide>
        <p15:guide id="7" pos="2407">
          <p15:clr>
            <a:srgbClr val="FBAE40"/>
          </p15:clr>
        </p15:guide>
        <p15:guide id="8" pos="2804">
          <p15:clr>
            <a:srgbClr val="FBAE40"/>
          </p15:clr>
        </p15:guide>
        <p15:guide id="9" pos="4879">
          <p15:clr>
            <a:srgbClr val="FBAE40"/>
          </p15:clr>
        </p15:guide>
        <p15:guide id="10" pos="5269">
          <p15:clr>
            <a:srgbClr val="FBAE40"/>
          </p15:clr>
        </p15:guide>
        <p15:guide id="11" orient="horz" pos="4252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3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rial" panose="020B0604020202020204" pitchFamily="34" charset="0"/>
              </a:defRPr>
            </a:lvl1pPr>
            <a:lvl2pPr marL="457178" indent="0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rial" panose="020B0604020202020204" pitchFamily="34" charset="0"/>
              </a:defRPr>
            </a:lvl2pPr>
            <a:lvl3pPr marL="914354" indent="0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rial" panose="020B0604020202020204" pitchFamily="34" charset="0"/>
              </a:defRPr>
            </a:lvl3pPr>
            <a:lvl4pPr marL="1371532" indent="0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rial" panose="020B0604020202020204" pitchFamily="34" charset="0"/>
              </a:defRPr>
            </a:lvl4pPr>
            <a:lvl5pPr marL="1828709" indent="0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r>
              <a:rPr lang="en-US"/>
              <a:t>Title and Text – Four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4791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3218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71A652-E99D-A440-AF7D-B3DF482D3EA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71645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Font typeface="Arial" panose="020B0604020202020204" pitchFamily="34" charset="0"/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45DAB4EE-7A81-12EF-A2FB-CCB136B93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FE1B0BF-38EF-A608-A7A4-90D22044302F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28FB0-48B2-A080-E3E4-ADBDFC660EA5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52923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1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orient="horz" pos="432">
          <p15:clr>
            <a:srgbClr val="FBAE40"/>
          </p15:clr>
        </p15:guide>
        <p15:guide id="7" pos="339">
          <p15:clr>
            <a:srgbClr val="FBAE40"/>
          </p15:clr>
        </p15:guide>
        <p15:guide id="8" pos="1907">
          <p15:clr>
            <a:srgbClr val="FBAE40"/>
          </p15:clr>
        </p15:guide>
        <p15:guide id="9" pos="2152">
          <p15:clr>
            <a:srgbClr val="FBAE40"/>
          </p15:clr>
        </p15:guide>
        <p15:guide id="10" pos="3964">
          <p15:clr>
            <a:srgbClr val="FBAE40"/>
          </p15:clr>
        </p15:guide>
        <p15:guide id="11" pos="5531">
          <p15:clr>
            <a:srgbClr val="FBAE40"/>
          </p15:clr>
        </p15:guide>
        <p15:guide id="12" pos="5777">
          <p15:clr>
            <a:srgbClr val="FBAE40"/>
          </p15:clr>
        </p15:guide>
        <p15:guide id="13" pos="7159">
          <p15:clr>
            <a:srgbClr val="FBAE40"/>
          </p15:clr>
        </p15:guide>
        <p15:guide id="14" pos="7344">
          <p15:clr>
            <a:srgbClr val="FBAE40"/>
          </p15:clr>
        </p15:guide>
        <p15:guide id="15" pos="703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usto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7">
            <a:extLst>
              <a:ext uri="{FF2B5EF4-FFF2-40B4-BE49-F238E27FC236}">
                <a16:creationId xmlns:a16="http://schemas.microsoft.com/office/drawing/2014/main" id="{BA861353-C61A-9EF9-7953-851EAA66E8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408DD3-5A2B-A2A7-5BF1-E1E18CEC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DAA9C90-9C2C-BA69-2680-ECDAFF72C83F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59DF0-023A-6168-9340-5A7ABAD7B38D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38249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339">
          <p15:clr>
            <a:srgbClr val="FBAE40"/>
          </p15:clr>
        </p15:guide>
        <p15:guide id="6" pos="3473">
          <p15:clr>
            <a:srgbClr val="FBAE40"/>
          </p15:clr>
        </p15:guide>
        <p15:guide id="7" pos="7159">
          <p15:clr>
            <a:srgbClr val="FBAE40"/>
          </p15:clr>
        </p15:guide>
        <p15:guide id="8" orient="horz" pos="42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43936" y="1645669"/>
            <a:ext cx="5830976" cy="4532881"/>
          </a:xfrm>
        </p:spPr>
        <p:txBody>
          <a:bodyPr/>
          <a:lstStyle>
            <a:lvl1pPr marL="0" indent="0" algn="ctr">
              <a:buNone/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7">
            <a:extLst>
              <a:ext uri="{FF2B5EF4-FFF2-40B4-BE49-F238E27FC236}">
                <a16:creationId xmlns:a16="http://schemas.microsoft.com/office/drawing/2014/main" id="{BA861353-C61A-9EF9-7953-851EAA66E8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408DD3-5A2B-A2A7-5BF1-E1E18CEC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B5F36C-ABDB-535B-8FA1-EF74C24AF318}"/>
              </a:ext>
            </a:extLst>
          </p:cNvPr>
          <p:cNvSpPr txBox="1"/>
          <p:nvPr userDrawn="1"/>
        </p:nvSpPr>
        <p:spPr>
          <a:xfrm>
            <a:off x="12555415" y="-21265"/>
            <a:ext cx="3615027" cy="5632311"/>
          </a:xfrm>
          <a:prstGeom prst="rect">
            <a:avLst/>
          </a:prstGeom>
          <a:solidFill>
            <a:srgbClr val="ECECE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sz="1500" b="1" i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INSERT IMAGE: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”Insert”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”Picture”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”From a File”</a:t>
            </a:r>
            <a:b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ADD IMAGE TO IMAGE BOX: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the image icon in the empty image box on the slide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CHANGE IMAGE: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*Right-click*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on the image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*Select*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”Change Picture”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”From a File”</a:t>
            </a:r>
            <a:br>
              <a:rPr lang="en-US" sz="15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en-US" sz="1500" b="1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REPOSITION  IMAGE: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on the image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*Select*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”Picture Format” in toolbar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”Crop” Button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 Adjust the photo position or size</a:t>
            </a:r>
            <a:br>
              <a:rPr lang="en-US" sz="15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endParaRPr lang="bg-BG" sz="1500" b="1" i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2D334047-F3BB-CCC2-5554-0A3954936CD3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1CFB-189C-43C3-D427-B4FBD03C7591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2166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339">
          <p15:clr>
            <a:srgbClr val="FBAE40"/>
          </p15:clr>
        </p15:guide>
        <p15:guide id="6" pos="3473">
          <p15:clr>
            <a:srgbClr val="FBAE40"/>
          </p15:clr>
        </p15:guide>
        <p15:guide id="7" pos="7159">
          <p15:clr>
            <a:srgbClr val="FBAE40"/>
          </p15:clr>
        </p15:guide>
        <p15:guide id="8" orient="horz" pos="42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04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041" y="476722"/>
            <a:ext cx="461070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r>
              <a:rPr lang="en-US"/>
              <a:t>Text with Picture Left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2B7FC806-5523-7757-DD14-3F0EBDE923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464A58-AE88-3C34-3334-C1D015C1E7B9}"/>
              </a:ext>
            </a:extLst>
          </p:cNvPr>
          <p:cNvSpPr txBox="1"/>
          <p:nvPr userDrawn="1"/>
        </p:nvSpPr>
        <p:spPr>
          <a:xfrm>
            <a:off x="12555415" y="-21265"/>
            <a:ext cx="3615027" cy="5632311"/>
          </a:xfrm>
          <a:prstGeom prst="rect">
            <a:avLst/>
          </a:prstGeom>
          <a:solidFill>
            <a:srgbClr val="ECECE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sz="1500" b="1" i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INSERT IMAGE: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”Insert”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”Picture”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”From a File”</a:t>
            </a:r>
            <a:b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ADD IMAGE TO IMAGE BOX: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the image icon in the empty image box on the slide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CHANGE IMAGE: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*Right-click*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on the image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*Select*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”Change Picture”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”From a File”</a:t>
            </a:r>
            <a:br>
              <a:rPr lang="en-US" sz="15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_______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br>
              <a:rPr lang="en-US" sz="1500" b="1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TO REPOSITION  IMAGE: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on the image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*Select*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”Picture Format” in toolbar 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pl-PL" sz="1500" b="1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*Click* </a:t>
            </a: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”Crop” Button</a:t>
            </a:r>
            <a:b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</a:br>
            <a:r>
              <a:rPr lang="pl-PL" sz="15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  Adjust the photo position or size</a:t>
            </a:r>
            <a:br>
              <a:rPr lang="en-US" sz="15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</a:br>
            <a:endParaRPr lang="bg-BG" sz="1500" b="1" i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C075030A-9E47-09AB-0712-CA4B500EE448}"/>
              </a:ext>
            </a:extLst>
          </p:cNvPr>
          <p:cNvSpPr txBox="1">
            <a:spLocks/>
          </p:cNvSpPr>
          <p:nvPr userDrawn="1"/>
        </p:nvSpPr>
        <p:spPr>
          <a:xfrm>
            <a:off x="1" y="6500354"/>
            <a:ext cx="12192000" cy="208250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ctr" defTabSz="914400" rtl="0" eaLnBrk="1" latinLnBrk="0" hangingPunct="1">
              <a:defRPr sz="1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Code, Chat, &amp; Collab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4572C-9350-DD72-6F2F-31774056836C}"/>
              </a:ext>
            </a:extLst>
          </p:cNvPr>
          <p:cNvSpPr txBox="1"/>
          <p:nvPr userDrawn="1"/>
        </p:nvSpPr>
        <p:spPr>
          <a:xfrm>
            <a:off x="10052957" y="6593168"/>
            <a:ext cx="160268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Informatics Club.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66987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pos="7159">
          <p15:clr>
            <a:srgbClr val="FBAE40"/>
          </p15:clr>
        </p15:guide>
        <p15:guide id="5" pos="7276">
          <p15:clr>
            <a:srgbClr val="FBAE40"/>
          </p15:clr>
        </p15:guide>
        <p15:guide id="6" pos="4135">
          <p15:clr>
            <a:srgbClr val="FBAE40"/>
          </p15:clr>
        </p15:guide>
        <p15:guide id="7" orient="horz" pos="4024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33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</a:t>
            </a:r>
            <a:br>
              <a:rPr lang="en-US"/>
            </a:br>
            <a:r>
              <a:rPr lang="en-US"/>
              <a:t>UAB Green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653181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Dragon's 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Dragon’s Lair Green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4012458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Badg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3" y="1876586"/>
            <a:ext cx="9150351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Badge – UAB Green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3" y="4356261"/>
            <a:ext cx="9150351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Graphic 14">
            <a:extLst>
              <a:ext uri="{FF2B5EF4-FFF2-40B4-BE49-F238E27FC236}">
                <a16:creationId xmlns:a16="http://schemas.microsoft.com/office/drawing/2014/main" id="{7D8D7ECA-227C-CEC3-CB1A-1730CE5DCD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650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Bad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0266990-FE93-48F7-AFFF-BA2D7639B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2FC672-E957-FC5C-B431-007B5F5FB8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Badge White</a:t>
            </a:r>
          </a:p>
        </p:txBody>
      </p:sp>
      <p:pic>
        <p:nvPicPr>
          <p:cNvPr id="2" name="Graphic 10">
            <a:extLst>
              <a:ext uri="{FF2B5EF4-FFF2-40B4-BE49-F238E27FC236}">
                <a16:creationId xmlns:a16="http://schemas.microsoft.com/office/drawing/2014/main" id="{FDF6FA12-B0A1-B0B3-1692-3D7BF216C9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r="3050" b="14521"/>
          <a:stretch/>
        </p:blipFill>
        <p:spPr>
          <a:xfrm>
            <a:off x="3285375" y="0"/>
            <a:ext cx="8906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1423">
          <p15:clr>
            <a:srgbClr val="FBAE40"/>
          </p15:clr>
        </p15:guide>
        <p15:guide id="3" pos="7192">
          <p15:clr>
            <a:srgbClr val="FBAE40"/>
          </p15:clr>
        </p15:guide>
        <p15:guide id="4" orient="horz" pos="366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Monogram Patter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7BB8BC-1D47-670A-0AA2-A571E8E5B9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Monogram Pattern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93A669-59E5-96D4-69DD-87F0EDD89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5908940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Gradient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EF6E62-8833-69A6-FF19-3B62920BC0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Divider– Gradient #1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6A346-BC22-B60A-8007-0A3D4AFE1A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59349180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Gradient #1 with Gold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AA40BA-E3E3-051E-9DC3-67DDF588C4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6000">
                <a:srgbClr val="0B3F22"/>
              </a:gs>
              <a:gs pos="100000">
                <a:schemeClr val="accent3"/>
              </a:gs>
              <a:gs pos="0">
                <a:schemeClr val="accent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1999" y="1876586"/>
            <a:ext cx="9726707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Gradient #1 with Gold Bar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588678"/>
            <a:ext cx="12192000" cy="269322"/>
          </a:xfrm>
          <a:prstGeom prst="rect">
            <a:avLst/>
          </a:prstGeom>
          <a:gradFill>
            <a:gsLst>
              <a:gs pos="69000">
                <a:schemeClr val="accent2"/>
              </a:gs>
              <a:gs pos="0">
                <a:schemeClr val="accent2">
                  <a:lumMod val="48000"/>
                  <a:lumOff val="5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90439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0">
          <p15:clr>
            <a:srgbClr val="FBAE40"/>
          </p15:clr>
        </p15:guide>
        <p15:guide id="6" orient="horz" pos="2744">
          <p15:clr>
            <a:srgbClr val="FBAE40"/>
          </p15:clr>
        </p15:guide>
        <p15:guide id="7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Gradient #2 Background">
    <p:bg>
      <p:bgPr>
        <a:gradFill flip="none" rotWithShape="1">
          <a:gsLst>
            <a:gs pos="6000">
              <a:schemeClr val="accent5"/>
            </a:gs>
            <a:gs pos="65000">
              <a:schemeClr val="accent1"/>
            </a:gs>
            <a:gs pos="100000">
              <a:schemeClr val="accent3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3000">
                <a:schemeClr val="accent1"/>
              </a:gs>
              <a:gs pos="98000">
                <a:schemeClr val="accent3"/>
              </a:gs>
              <a:gs pos="6000">
                <a:schemeClr val="accent5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gradFill>
                <a:gsLst>
                  <a:gs pos="76000">
                    <a:srgbClr val="033319"/>
                  </a:gs>
                  <a:gs pos="69000">
                    <a:schemeClr val="accent3"/>
                  </a:gs>
                  <a:gs pos="100000">
                    <a:schemeClr val="accent3"/>
                  </a:gs>
                  <a:gs pos="41000">
                    <a:schemeClr val="accent1"/>
                  </a:gs>
                </a:gsLst>
                <a:lin ang="1800000" scaled="0"/>
              </a:gra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Divider – Gradient #2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686786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4FFE8F-3952-B543-A65E-25E368EC85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Arial" panose="020B0604020202020204" pitchFamily="34" charset="0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Contact us - Option 2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 userDrawn="1"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 userDrawn="1"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 userDrawn="1"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 userDrawn="1"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 userDrawn="1"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19111" y="6593168"/>
            <a:ext cx="113653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2" name="Graphic 7">
            <a:extLst>
              <a:ext uri="{FF2B5EF4-FFF2-40B4-BE49-F238E27FC236}">
                <a16:creationId xmlns:a16="http://schemas.microsoft.com/office/drawing/2014/main" id="{4F634D11-60A3-2AAA-1D3F-B3A5F7DB80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359" y="6532449"/>
            <a:ext cx="1763519" cy="34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14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1669">
          <p15:clr>
            <a:srgbClr val="FBAE40"/>
          </p15:clr>
        </p15:guide>
        <p15:guide id="4" orient="horz" pos="1957">
          <p15:clr>
            <a:srgbClr val="FBAE40"/>
          </p15:clr>
        </p15:guide>
        <p15:guide id="5" orient="horz" pos="2126">
          <p15:clr>
            <a:srgbClr val="FBAE40"/>
          </p15:clr>
        </p15:guide>
        <p15:guide id="6" orient="horz" pos="2533">
          <p15:clr>
            <a:srgbClr val="FBAE40"/>
          </p15:clr>
        </p15:guide>
        <p15:guide id="7" orient="horz" pos="2812">
          <p15:clr>
            <a:srgbClr val="FBAE40"/>
          </p15:clr>
        </p15:guide>
        <p15:guide id="8" orient="horz" pos="2948">
          <p15:clr>
            <a:srgbClr val="FBAE40"/>
          </p15:clr>
        </p15:guide>
        <p15:guide id="9" orient="horz" pos="3227">
          <p15:clr>
            <a:srgbClr val="FBAE40"/>
          </p15:clr>
        </p15:guide>
        <p15:guide id="10" pos="584">
          <p15:clr>
            <a:srgbClr val="FBAE40"/>
          </p15:clr>
        </p15:guide>
        <p15:guide id="11" pos="813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440">
          <p15:clr>
            <a:srgbClr val="FBAE40"/>
          </p15:clr>
        </p15:guide>
        <p15:guide id="14" orient="horz" pos="425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 - Badge - U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3" name="Graphic 8">
            <a:extLst>
              <a:ext uri="{FF2B5EF4-FFF2-40B4-BE49-F238E27FC236}">
                <a16:creationId xmlns:a16="http://schemas.microsoft.com/office/drawing/2014/main" id="{FE0FBD3A-57D6-A272-0428-2A34D0FA4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pic>
        <p:nvPicPr>
          <p:cNvPr id="5" name="Graphic 14">
            <a:extLst>
              <a:ext uri="{FF2B5EF4-FFF2-40B4-BE49-F238E27FC236}">
                <a16:creationId xmlns:a16="http://schemas.microsoft.com/office/drawing/2014/main" id="{2EDCA7F7-2059-CA6B-622F-52BF4A979D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252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50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pos="6243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 - Badge - Dragon's 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3" name="Graphic 8">
            <a:extLst>
              <a:ext uri="{FF2B5EF4-FFF2-40B4-BE49-F238E27FC236}">
                <a16:creationId xmlns:a16="http://schemas.microsoft.com/office/drawing/2014/main" id="{EC7CE4DA-6511-3E9E-C2EB-1B84801C64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569" y="879431"/>
            <a:ext cx="4615489" cy="913959"/>
          </a:xfrm>
          <a:prstGeom prst="rect">
            <a:avLst/>
          </a:prstGeom>
        </p:spPr>
      </p:pic>
      <p:pic>
        <p:nvPicPr>
          <p:cNvPr id="5" name="Graphic 14">
            <a:extLst>
              <a:ext uri="{FF2B5EF4-FFF2-40B4-BE49-F238E27FC236}">
                <a16:creationId xmlns:a16="http://schemas.microsoft.com/office/drawing/2014/main" id="{D991D590-F710-3EC7-89D0-C5BD206CC2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29" b="10829"/>
          <a:stretch/>
        </p:blipFill>
        <p:spPr>
          <a:xfrm>
            <a:off x="3285377" y="0"/>
            <a:ext cx="9186843" cy="7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8749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pos="624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 - Monogram Patter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66C486-2870-708F-E70D-D2D0C47B99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41A9B5-3FA5-7785-AF5A-0A412B1AFDA1}"/>
              </a:ext>
            </a:extLst>
          </p:cNvPr>
          <p:cNvSpPr/>
          <p:nvPr userDrawn="1"/>
        </p:nvSpPr>
        <p:spPr>
          <a:xfrm>
            <a:off x="7048500" y="5772150"/>
            <a:ext cx="5143500" cy="1085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70F07264-93E4-2E85-06F0-D67D6C7299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12505" y="6099234"/>
            <a:ext cx="4615489" cy="9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522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CD225-A513-DC4E-A674-AF41913C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951A1-488D-7348-8268-C07AC9E26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361" y="1645670"/>
            <a:ext cx="1111928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53CCB-6D68-7E4F-88D7-3EF0427B1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A9E4AF24-435A-324D-AE4F-BC2934A4F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60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707" r:id="rId2"/>
    <p:sldLayoutId id="2147483716" r:id="rId3"/>
    <p:sldLayoutId id="2147483649" r:id="rId4"/>
    <p:sldLayoutId id="2147483708" r:id="rId5"/>
    <p:sldLayoutId id="2147483698" r:id="rId6"/>
    <p:sldLayoutId id="2147483700" r:id="rId7"/>
    <p:sldLayoutId id="2147483723" r:id="rId8"/>
    <p:sldLayoutId id="2147483657" r:id="rId9"/>
    <p:sldLayoutId id="2147483694" r:id="rId10"/>
    <p:sldLayoutId id="2147483650" r:id="rId11"/>
    <p:sldLayoutId id="2147483652" r:id="rId12"/>
    <p:sldLayoutId id="2147483660" r:id="rId13"/>
    <p:sldLayoutId id="2147483661" r:id="rId14"/>
    <p:sldLayoutId id="2147483662" r:id="rId15"/>
    <p:sldLayoutId id="2147483724" r:id="rId16"/>
    <p:sldLayoutId id="2147483663" r:id="rId17"/>
    <p:sldLayoutId id="2147483656" r:id="rId18"/>
    <p:sldLayoutId id="2147483712" r:id="rId19"/>
    <p:sldLayoutId id="2147483651" r:id="rId20"/>
    <p:sldLayoutId id="2147483720" r:id="rId21"/>
    <p:sldLayoutId id="2147483721" r:id="rId22"/>
    <p:sldLayoutId id="2147483722" r:id="rId23"/>
    <p:sldLayoutId id="2147483719" r:id="rId24"/>
    <p:sldLayoutId id="2147483706" r:id="rId25"/>
    <p:sldLayoutId id="2147483691" r:id="rId26"/>
    <p:sldLayoutId id="2147483692" r:id="rId27"/>
    <p:sldLayoutId id="2147483693" r:id="rId28"/>
    <p:sldLayoutId id="2147483717" r:id="rId29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CC7BC29-5BA1-8E75-1DC3-926CBEDF2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985885"/>
            <a:ext cx="9615376" cy="1026137"/>
          </a:xfrm>
        </p:spPr>
        <p:txBody>
          <a:bodyPr>
            <a:normAutofit/>
          </a:bodyPr>
          <a:lstStyle/>
          <a:p>
            <a:r>
              <a:rPr lang="en-US" dirty="0"/>
              <a:t>Arash </a:t>
            </a:r>
            <a:r>
              <a:rPr lang="en-US" dirty="0" err="1"/>
              <a:t>Bagherabadi</a:t>
            </a:r>
            <a:endParaRPr lang="en-US" dirty="0"/>
          </a:p>
          <a:p>
            <a:r>
              <a:rPr lang="en-US" dirty="0"/>
              <a:t>June 8,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54EF87-A587-D068-B5A6-48B80046D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876586"/>
            <a:ext cx="11167730" cy="1738484"/>
          </a:xfrm>
        </p:spPr>
        <p:txBody>
          <a:bodyPr>
            <a:normAutofit/>
          </a:bodyPr>
          <a:lstStyle/>
          <a:p>
            <a:r>
              <a:rPr lang="en-US" sz="4800" dirty="0" err="1"/>
              <a:t>scTalk</a:t>
            </a:r>
            <a:r>
              <a:rPr lang="en-US" sz="4800" dirty="0"/>
              <a:t> 6: One Dataset, Two Stories</a:t>
            </a:r>
          </a:p>
        </p:txBody>
      </p:sp>
      <p:pic>
        <p:nvPicPr>
          <p:cNvPr id="2" name="Picture 1" descr="A black background with text and a green cube&#10;&#10;AI-generated content may be incorrect.">
            <a:extLst>
              <a:ext uri="{FF2B5EF4-FFF2-40B4-BE49-F238E27FC236}">
                <a16:creationId xmlns:a16="http://schemas.microsoft.com/office/drawing/2014/main" id="{239E7AF4-2B97-8045-4889-5517F0C60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884" y="621659"/>
            <a:ext cx="2331136" cy="1061091"/>
          </a:xfrm>
          <a:prstGeom prst="rect">
            <a:avLst/>
          </a:prstGeom>
        </p:spPr>
      </p:pic>
      <p:pic>
        <p:nvPicPr>
          <p:cNvPr id="3" name="Picture 2" descr="A group of cartoon balls with a computer&#10;&#10;AI-generated content may be incorrect.">
            <a:extLst>
              <a:ext uri="{FF2B5EF4-FFF2-40B4-BE49-F238E27FC236}">
                <a16:creationId xmlns:a16="http://schemas.microsoft.com/office/drawing/2014/main" id="{0860D384-E156-0814-E1AA-BD441BB38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5859" r="90918">
                        <a14:foregroundMark x1="65234" y1="50586" x2="65234" y2="60449"/>
                        <a14:foregroundMark x1="65234" y1="50000" x2="70117" y2="53027"/>
                        <a14:foregroundMark x1="47656" y1="63184" x2="47656" y2="64746"/>
                        <a14:foregroundMark x1="79395" y1="63184" x2="76563" y2="59863"/>
                        <a14:foregroundMark x1="82129" y1="60742" x2="86426" y2="61035"/>
                        <a14:foregroundMark x1="86133" y1="61328" x2="70801" y2="60645"/>
                        <a14:foregroundMark x1="70801" y1="60645" x2="71973" y2="54590"/>
                        <a14:foregroundMark x1="85254" y1="65625" x2="72168" y2="56934"/>
                        <a14:foregroundMark x1="72168" y1="56934" x2="76953" y2="53027"/>
                        <a14:foregroundMark x1="84180" y1="58203" x2="74219" y2="64258"/>
                        <a14:foregroundMark x1="86719" y1="62988" x2="85742" y2="71289"/>
                        <a14:foregroundMark x1="78516" y1="69824" x2="83301" y2="70215"/>
                        <a14:foregroundMark x1="5957" y1="52539" x2="5957" y2="52539"/>
                        <a14:foregroundMark x1="90918" y1="62695" x2="90918" y2="62695"/>
                        <a14:foregroundMark x1="60449" y1="52539" x2="60449" y2="52539"/>
                        <a14:foregroundMark x1="62109" y1="50684" x2="61133" y2="52930"/>
                        <a14:foregroundMark x1="42773" y1="61621" x2="42285" y2="66309"/>
                        <a14:foregroundMark x1="72266" y1="67773" x2="72266" y2="67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38783" y="2810216"/>
            <a:ext cx="435133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1087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80DF1A-1594-2EEE-1810-A7AB42976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487" y="1916010"/>
            <a:ext cx="4995760" cy="4160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Single-cell Journal Club Series</a:t>
            </a:r>
          </a:p>
          <a:p>
            <a:r>
              <a:rPr lang="en-US" dirty="0"/>
              <a:t>Break down key/new papers</a:t>
            </a:r>
          </a:p>
          <a:p>
            <a:r>
              <a:rPr lang="en-US" dirty="0"/>
              <a:t>Shared standards and critical thinking in analysis</a:t>
            </a:r>
          </a:p>
          <a:p>
            <a:r>
              <a:rPr lang="en-US" dirty="0"/>
              <a:t>Open questions, interruptions, and debate encouraged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0F914A2-3A10-F736-6DE8-9F8A01367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87" y="499245"/>
            <a:ext cx="3408639" cy="768545"/>
          </a:xfrm>
        </p:spPr>
        <p:txBody>
          <a:bodyPr anchor="ctr">
            <a:normAutofit/>
          </a:bodyPr>
          <a:lstStyle/>
          <a:p>
            <a:r>
              <a:rPr lang="en-US" sz="4800" dirty="0" err="1"/>
              <a:t>scTalk</a:t>
            </a:r>
            <a:endParaRPr 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E87F7-3329-D684-865D-22E9ED895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2" name="Picture 1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14451D85-B42B-B4D0-8E49-4996A94C3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686" y="1245267"/>
            <a:ext cx="3801139" cy="38011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60A90-8441-90A5-2BA0-EEEA857A60C5}"/>
              </a:ext>
            </a:extLst>
          </p:cNvPr>
          <p:cNvSpPr txBox="1"/>
          <p:nvPr/>
        </p:nvSpPr>
        <p:spPr>
          <a:xfrm>
            <a:off x="7371684" y="5245438"/>
            <a:ext cx="3938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7417E"/>
                </a:solidFill>
              </a:rPr>
              <a:t>Please Sign-in + Comments &amp; Questions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7163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29EE0-F922-8039-0A19-4093A0BDE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2F76C-6C2C-391A-E6A4-F9421DDDA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A092B5-F110-B460-1546-D0911F879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5" y="1640516"/>
            <a:ext cx="10657719" cy="3576967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7B17EB-AA6D-3FF6-A7D3-6C1B5D4F18AF}"/>
              </a:ext>
            </a:extLst>
          </p:cNvPr>
          <p:cNvSpPr/>
          <p:nvPr/>
        </p:nvSpPr>
        <p:spPr>
          <a:xfrm>
            <a:off x="7113686" y="3428999"/>
            <a:ext cx="1360715" cy="28161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78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A079-ADAD-389D-3912-715FF393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01FE1-CB8C-E5D5-55D5-27262DEC7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DAC430-A804-194E-B3A8-88F94E59C9DD}"/>
              </a:ext>
            </a:extLst>
          </p:cNvPr>
          <p:cNvGrpSpPr/>
          <p:nvPr/>
        </p:nvGrpSpPr>
        <p:grpSpPr>
          <a:xfrm>
            <a:off x="417088" y="486284"/>
            <a:ext cx="10334846" cy="5412304"/>
            <a:chOff x="584791" y="652771"/>
            <a:chExt cx="10334846" cy="54123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643F01-6E99-B191-2666-9DC9AEEC0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791" y="652771"/>
              <a:ext cx="10334846" cy="541230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309EBC-0D05-AAAA-C913-8AE43DA853F1}"/>
                </a:ext>
              </a:extLst>
            </p:cNvPr>
            <p:cNvSpPr txBox="1"/>
            <p:nvPr/>
          </p:nvSpPr>
          <p:spPr>
            <a:xfrm>
              <a:off x="4686300" y="1382385"/>
              <a:ext cx="16826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solidFill>
                    <a:srgbClr val="2E2E2E"/>
                  </a:solidFill>
                  <a:effectLst/>
                  <a:latin typeface="Helvetica" pitchFamily="2" charset="0"/>
                </a:rPr>
                <a:t>April 15, 2026</a:t>
              </a:r>
              <a:endParaRPr lang="en-US" dirty="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9632FDB-AE88-1689-C6A2-DFF341AF7AC3}"/>
                </a:ext>
              </a:extLst>
            </p:cNvPr>
            <p:cNvSpPr/>
            <p:nvPr/>
          </p:nvSpPr>
          <p:spPr>
            <a:xfrm>
              <a:off x="4686300" y="1290757"/>
              <a:ext cx="1633617" cy="46096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0EBC375-472D-8C05-73BE-8059338B7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069" y="4553367"/>
            <a:ext cx="3657600" cy="181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3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15042-00D5-D18C-303B-48F68CDEC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3C857AA-A440-30D9-344D-C8E4C8E9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4" y="177662"/>
            <a:ext cx="10636465" cy="1523547"/>
          </a:xfrm>
        </p:spPr>
        <p:txBody>
          <a:bodyPr>
            <a:noAutofit/>
          </a:bodyPr>
          <a:lstStyle/>
          <a:p>
            <a:r>
              <a:rPr lang="en-US" sz="2400" dirty="0"/>
              <a:t>Comparison of effect size:</a:t>
            </a:r>
            <a:r>
              <a:rPr lang="en-US" sz="2400" b="0" dirty="0"/>
              <a:t> If you ignore the differences between Seurat and </a:t>
            </a:r>
            <a:r>
              <a:rPr lang="en-US" sz="2400" b="0" dirty="0" err="1"/>
              <a:t>Scanpy</a:t>
            </a:r>
            <a:r>
              <a:rPr lang="en-US" sz="2400" b="0" dirty="0"/>
              <a:t>, you are effectively ignoring a source of variation whose magnitude is comparable to removing a large fraction of your data!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CEAFE-A553-3281-ACAD-24F996EE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9C85AD-B500-ACFC-1DFE-C32F5113C9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51" b="21731"/>
          <a:stretch>
            <a:fillRect/>
          </a:stretch>
        </p:blipFill>
        <p:spPr>
          <a:xfrm>
            <a:off x="197974" y="1959626"/>
            <a:ext cx="11796051" cy="3874029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051B4FA-C34D-D8B5-2007-E42E05B39153}"/>
              </a:ext>
            </a:extLst>
          </p:cNvPr>
          <p:cNvSpPr/>
          <p:nvPr/>
        </p:nvSpPr>
        <p:spPr>
          <a:xfrm>
            <a:off x="536364" y="1850065"/>
            <a:ext cx="452464" cy="59542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92BA325-29C7-719C-3A5B-E95D47B18C0F}"/>
              </a:ext>
            </a:extLst>
          </p:cNvPr>
          <p:cNvSpPr/>
          <p:nvPr/>
        </p:nvSpPr>
        <p:spPr>
          <a:xfrm>
            <a:off x="6175164" y="1850064"/>
            <a:ext cx="452464" cy="59542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00C75BB-1AAA-2D1F-F929-8297BBF2608E}"/>
              </a:ext>
            </a:extLst>
          </p:cNvPr>
          <p:cNvSpPr/>
          <p:nvPr/>
        </p:nvSpPr>
        <p:spPr>
          <a:xfrm>
            <a:off x="7784224" y="1850064"/>
            <a:ext cx="668660" cy="52099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57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1B2A4-F6A3-7B3A-0133-8EAF695A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57BB8-2BF8-7B0F-3267-B94277658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9FC48-2BFE-E5DB-EE2F-DCC3013EC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42" y="95693"/>
            <a:ext cx="11097302" cy="623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81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85A8-3392-FEB5-CD74-E7E493B0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299D46-6DC4-3573-2953-8F0BAC82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Fig1.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A17AC-0A65-9D9A-D9BA-94846E463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C18CA7-1035-06AD-1CAA-55FA554FD9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36"/>
          <a:stretch>
            <a:fillRect/>
          </a:stretch>
        </p:blipFill>
        <p:spPr>
          <a:xfrm>
            <a:off x="1058829" y="1717158"/>
            <a:ext cx="10074341" cy="342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34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DE4E-0F19-8AD2-ECE2-3DEDC444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B1D4D-B2A7-6C97-DE89-88070B41D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8AFB7C-25B4-EC63-81C3-E3D1C4D1A1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98" b="33359"/>
          <a:stretch>
            <a:fillRect/>
          </a:stretch>
        </p:blipFill>
        <p:spPr>
          <a:xfrm>
            <a:off x="787965" y="1658679"/>
            <a:ext cx="10616070" cy="35406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11AB9A4-3625-117F-9AB9-7897C3B5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/>
          <a:p>
            <a:r>
              <a:rPr lang="en-US" dirty="0"/>
              <a:t>Fig1. </a:t>
            </a:r>
          </a:p>
        </p:txBody>
      </p:sp>
    </p:spTree>
    <p:extLst>
      <p:ext uri="{BB962C8B-B14F-4D97-AF65-F5344CB8AC3E}">
        <p14:creationId xmlns:p14="http://schemas.microsoft.com/office/powerpoint/2010/main" val="3959914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D2BE5-0E50-B109-BC71-3B4FCE867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AA513-EC8E-B8E5-328D-C83BCC721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41359D-3A17-93DC-4E7E-CFEE3CB44B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352"/>
          <a:stretch>
            <a:fillRect/>
          </a:stretch>
        </p:blipFill>
        <p:spPr>
          <a:xfrm>
            <a:off x="669135" y="1624307"/>
            <a:ext cx="10853730" cy="36093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5E6015B-6A89-C294-FD09-F3656ADA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/>
          <a:p>
            <a:r>
              <a:rPr lang="en-US" dirty="0"/>
              <a:t>Fig1. </a:t>
            </a:r>
          </a:p>
        </p:txBody>
      </p:sp>
    </p:spTree>
    <p:extLst>
      <p:ext uri="{BB962C8B-B14F-4D97-AF65-F5344CB8AC3E}">
        <p14:creationId xmlns:p14="http://schemas.microsoft.com/office/powerpoint/2010/main" val="176936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A05E8-75B2-E9D4-F67F-10FF35054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7B1A80-CF68-FC6A-B153-56FEC41A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Fig2.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452B-73F9-56FA-FC1A-141157D0B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5242B-D573-0C48-1C6A-BDED27572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64" y="1892595"/>
            <a:ext cx="10906155" cy="344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47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9B2D-3B2F-7BEE-5753-873C3D20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008CD5-32BF-6EC0-194B-56E789948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Fig3.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128D0-526C-00A1-0595-B9EFFFF82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54DAF2-41C5-FD88-A555-AA2A49828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938" y="0"/>
            <a:ext cx="6462123" cy="631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4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8AEDD-EC51-74AA-E35A-693B0B74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10D870-B31A-E1B0-A9A3-6E57B616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Fig4.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EBB32-4077-80A5-E88D-85A072E14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9B935-4365-4973-FCF9-B12919730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033" y="935134"/>
            <a:ext cx="9253893" cy="532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89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BB6C9-9898-F9D8-3694-47C8515340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you. Questions?</a:t>
            </a:r>
          </a:p>
        </p:txBody>
      </p:sp>
    </p:spTree>
    <p:extLst>
      <p:ext uri="{BB962C8B-B14F-4D97-AF65-F5344CB8AC3E}">
        <p14:creationId xmlns:p14="http://schemas.microsoft.com/office/powerpoint/2010/main" val="277157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333B8-0F23-8B53-62A2-96337D60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68E485-AF01-2537-0560-7CE5F5F7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FigS1.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687BD-5B9B-3E44-24E4-E16D392BF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422B0-84F6-640D-3C5B-AA7D598FD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733" y="1103299"/>
            <a:ext cx="9160803" cy="513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40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45448-0A75-055B-8363-3C5A4686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EAA27C-D7CC-5515-1BE2-FE41DF68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FigS2.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4B574-8485-DF8B-ED46-0B9C875FE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A4C929-79FE-204C-AB04-EF91E4A07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711" y="191673"/>
            <a:ext cx="6460578" cy="618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8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07B69-039E-1586-6959-F0B3B525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B54E37-4FD0-F4A7-BDE7-73A250567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FigS3.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A4545-AC97-2850-47F3-3AE4B9B8B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92AE7-93A5-6287-9946-E6D25FBEC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353" y="0"/>
            <a:ext cx="4679293" cy="632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20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0F61C-B06A-A74A-12C1-3036B4651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AE085C-51A5-CBC4-4E01-80A95B34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FigS4.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422F9-DBD1-42A9-59C0-228244126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94C6FA-70BA-6E38-2B53-A6E2D9431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138" y="40734"/>
            <a:ext cx="4799724" cy="63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31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0A29D-91C1-5444-0275-F80C26BA2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6F2F3B-1A7D-7433-608E-B9B20986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FigS5.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E9F8F-E1C1-720E-89D3-541F01F18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091AC-8084-E748-D6E2-AB574851B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758" y="36815"/>
            <a:ext cx="5000297" cy="634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47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38CA-D82E-0EA5-E7E9-DED6B2F9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F09D74-42FC-C448-E450-877FD2C6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FigS2.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573D1-2BFA-0361-6851-1C627FF44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7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888EE-8D5D-F89A-BE45-6275520C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226DF4-A90B-F6CD-9530-DE8978988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FigS2.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0B19B-C02C-51B5-9000-C4DF60521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98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ED90-3E34-C5DB-8220-1A5E8737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7C200-31F4-A01C-C828-E0D8588F9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FEC5C-F5E6-9D18-74A3-C97B039A71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25" b="9396"/>
          <a:stretch>
            <a:fillRect/>
          </a:stretch>
        </p:blipFill>
        <p:spPr>
          <a:xfrm>
            <a:off x="37538" y="935134"/>
            <a:ext cx="12116923" cy="535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63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8424-8651-56FB-A299-FAB87AF3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D10A9-1856-E8D1-A01C-AC67E800C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797FC3-DC33-DA47-95F6-F7EB925D69E8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120CEE-18C7-0DFB-F757-B2D4FC5C96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54" r="5782"/>
          <a:stretch>
            <a:fillRect/>
          </a:stretch>
        </p:blipFill>
        <p:spPr>
          <a:xfrm>
            <a:off x="0" y="-84083"/>
            <a:ext cx="12309427" cy="69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994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B Brand 2024 Upd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A5632"/>
      </a:accent1>
      <a:accent2>
        <a:srgbClr val="FDB913"/>
      </a:accent2>
      <a:accent3>
        <a:srgbClr val="033319"/>
      </a:accent3>
      <a:accent4>
        <a:srgbClr val="90D308"/>
      </a:accent4>
      <a:accent5>
        <a:srgbClr val="17B045"/>
      </a:accent5>
      <a:accent6>
        <a:srgbClr val="41CAF0"/>
      </a:accent6>
      <a:hlink>
        <a:srgbClr val="1A5632"/>
      </a:hlink>
      <a:folHlink>
        <a:srgbClr val="90D30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AB Branded PowerPoint Template" id="{F9026E3B-08E7-FC4C-9B18-E1CC59E28C5E}" vid="{0823D393-DF11-D348-B3D5-E075D59759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3857</TotalTime>
  <Words>1210</Words>
  <Application>Microsoft Macintosh PowerPoint</Application>
  <PresentationFormat>Widescreen</PresentationFormat>
  <Paragraphs>128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Helvetica</vt:lpstr>
      <vt:lpstr>Proxima Nova Rg</vt:lpstr>
      <vt:lpstr>Office Theme</vt:lpstr>
      <vt:lpstr>scTalk 6: One Dataset, Two Stories</vt:lpstr>
      <vt:lpstr>scTalk</vt:lpstr>
      <vt:lpstr>PowerPoint Presentation</vt:lpstr>
      <vt:lpstr>PowerPoint Presentation</vt:lpstr>
      <vt:lpstr>Comparison of effect size: If you ignore the differences between Seurat and Scanpy, you are effectively ignoring a source of variation whose magnitude is comparable to removing a large fraction of your data!</vt:lpstr>
      <vt:lpstr>PowerPoint Presentation</vt:lpstr>
      <vt:lpstr>Fig1. </vt:lpstr>
      <vt:lpstr>Fig1. </vt:lpstr>
      <vt:lpstr>Fig1. </vt:lpstr>
      <vt:lpstr>Fig2. </vt:lpstr>
      <vt:lpstr>Fig3. </vt:lpstr>
      <vt:lpstr>Fig4. </vt:lpstr>
      <vt:lpstr>Thank you. Questions?</vt:lpstr>
      <vt:lpstr>FigS1. </vt:lpstr>
      <vt:lpstr>FigS2. </vt:lpstr>
      <vt:lpstr>FigS3. </vt:lpstr>
      <vt:lpstr>FigS4. </vt:lpstr>
      <vt:lpstr>FigS5. </vt:lpstr>
      <vt:lpstr>FigS2. </vt:lpstr>
      <vt:lpstr>FigS2.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700+ Injections 200+ Bites 3 Molecules   1 Antidote</dc:title>
  <dc:creator>Bagherabadi, Arash</dc:creator>
  <cp:lastModifiedBy>Bagherabadi, Arash</cp:lastModifiedBy>
  <cp:revision>185</cp:revision>
  <cp:lastPrinted>2019-04-15T23:31:51Z</cp:lastPrinted>
  <dcterms:created xsi:type="dcterms:W3CDTF">2025-09-22T19:24:29Z</dcterms:created>
  <dcterms:modified xsi:type="dcterms:W3CDTF">2026-06-09T08:30:14Z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2024-12-26T14:43:15Z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3bb0bf4e-3e1b-4a0b-bcb6-abad3232f5c4</vt:lpwstr>
  </property>
  <property fmtid="{D5CDD505-2E9C-101B-9397-08002B2CF9AE}" pid="8" name="MSIP_Label_ae7542bc-63e5-412b-b0a0-d9586028a7d0_ContentBits">
    <vt:lpwstr>0</vt:lpwstr>
  </property>
</Properties>
</file>